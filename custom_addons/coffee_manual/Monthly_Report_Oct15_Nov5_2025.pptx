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Report (October 15 – November 5,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ICT: System Development Division</a:t>
            </a:r>
          </a:p>
          <a:p>
            <a:r>
              <a:t>AMG HOLDINGS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CRM System (Fully 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The CRM system has reached full operational status. The recent phase focused on:</a:t>
            </a:r>
            <a:br>
              <a:rPr dirty="0"/>
            </a:br>
            <a:br>
              <a:rPr dirty="0"/>
            </a:br>
            <a:r>
              <a:rPr dirty="0"/>
              <a:t>- Integrating custom CRM modules into a unified marketing system.</a:t>
            </a:r>
            <a:br>
              <a:rPr dirty="0"/>
            </a:br>
            <a:r>
              <a:rPr dirty="0"/>
              <a:t>- Embedding data quality and telemarketing confirmations into core lead workflows.</a:t>
            </a:r>
            <a:br>
              <a:rPr dirty="0"/>
            </a:br>
            <a:r>
              <a:rPr dirty="0"/>
              <a:t>- Automating KPI computation and scoring through real-time updates.</a:t>
            </a:r>
            <a:br>
              <a:rPr dirty="0"/>
            </a:br>
            <a:r>
              <a:rPr dirty="0"/>
              <a:t>- Developing role-based access control for sales, marketing, and management users.</a:t>
            </a:r>
            <a:br>
              <a:rPr dirty="0"/>
            </a:br>
            <a:r>
              <a:rPr dirty="0"/>
              <a:t>- Conducting comprehensive testing, presentation, and feedback sessions with the ICT department.</a:t>
            </a:r>
            <a:br>
              <a:rPr dirty="0"/>
            </a:br>
            <a:br>
              <a:rPr dirty="0"/>
            </a:br>
            <a:r>
              <a:rPr dirty="0"/>
              <a:t>Next Steps:</a:t>
            </a:r>
            <a:br>
              <a:rPr dirty="0"/>
            </a:br>
            <a:r>
              <a:rPr dirty="0"/>
              <a:t>- Address ICT feedback on the CRM Business Requirement Document.</a:t>
            </a:r>
            <a:br>
              <a:rPr dirty="0"/>
            </a:br>
            <a:r>
              <a:rPr dirty="0"/>
              <a:t>- Initiate user-level testing with actual business data prior to deployment.</a:t>
            </a:r>
            <a:br>
              <a:rPr dirty="0"/>
            </a:br>
            <a:r>
              <a:rPr dirty="0"/>
              <a:t>- Prepare rollout documentation and deployment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Framework (Completed and Integrated)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The KPI Framework was finalized and merged with the CRM system to provide:</a:t>
            </a:r>
            <a:br>
              <a:rPr dirty="0"/>
            </a:br>
            <a:br>
              <a:rPr dirty="0"/>
            </a:br>
            <a:r>
              <a:rPr dirty="0"/>
              <a:t>- Dynamic KPI definition and tracking for data quality and lead management.</a:t>
            </a:r>
            <a:br>
              <a:rPr dirty="0"/>
            </a:br>
            <a:r>
              <a:rPr dirty="0"/>
              <a:t>- Automatic linkage between telemarketing activities and KPI achievements.</a:t>
            </a:r>
            <a:br>
              <a:rPr dirty="0"/>
            </a:br>
            <a:r>
              <a:rPr dirty="0"/>
              <a:t>- Real-time computation for both actual and target values, improving performance analysis.</a:t>
            </a:r>
            <a:br>
              <a:rPr dirty="0"/>
            </a:br>
            <a:br>
              <a:rPr dirty="0"/>
            </a:br>
            <a:r>
              <a:rPr dirty="0"/>
              <a:t>Outcome:</a:t>
            </a:r>
            <a:br>
              <a:rPr dirty="0"/>
            </a:br>
            <a:r>
              <a:rPr dirty="0"/>
              <a:t>Improved decision-making visibility and precise evaluation of individual and departmental productivity.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(AD) System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A system-wide domain user lockout occurred, impacting all users. The issue was thoroughly investigated and resolved after extensive recovery efforts over two days. All domain users have since regained normal operations.</a:t>
            </a:r>
            <a:br>
              <a:rPr dirty="0"/>
            </a:br>
            <a:br>
              <a:rPr dirty="0"/>
            </a:br>
            <a:r>
              <a:rPr dirty="0"/>
              <a:t>Actions Taken:</a:t>
            </a:r>
            <a:br>
              <a:rPr dirty="0"/>
            </a:br>
            <a:r>
              <a:rPr dirty="0"/>
              <a:t>- Restored all domain accounts and validated group policies.</a:t>
            </a:r>
            <a:br>
              <a:rPr dirty="0"/>
            </a:br>
            <a:r>
              <a:rPr dirty="0"/>
              <a:t>- Introduced monitoring and access control measures to prevent recurrence.</a:t>
            </a:r>
            <a:br>
              <a:rPr dirty="0"/>
            </a:br>
            <a:br>
              <a:rPr dirty="0"/>
            </a:br>
            <a:r>
              <a:rPr dirty="0"/>
              <a:t>Outcome:</a:t>
            </a:r>
            <a:br>
              <a:rPr dirty="0"/>
            </a:br>
            <a:r>
              <a:rPr dirty="0"/>
              <a:t>Full user access restored and AD system stabilized.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Other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- Inventory Module: Initiated product master data setup with ICT collaboration.</a:t>
            </a:r>
            <a:br>
              <a:rPr dirty="0"/>
            </a:br>
            <a:r>
              <a:rPr dirty="0"/>
              <a:t>- System Testing: Verified integration across CRM, KPI, telemarketing, competitor log, and marketing intelligence modules.</a:t>
            </a:r>
            <a:br>
              <a:rPr dirty="0"/>
            </a:br>
            <a:r>
              <a:rPr dirty="0"/>
              <a:t>- Documentation: Prepared detailed system documentation and reports for upcoming presentation.</a:t>
            </a:r>
            <a:br>
              <a:rPr dirty="0"/>
            </a:br>
            <a:r>
              <a:rPr dirty="0"/>
              <a:t>- Weekly &amp; Monthly Meetings: Participated in ICT coordination and planning sessions.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and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Challenges:</a:t>
            </a:r>
            <a:br>
              <a:rPr dirty="0"/>
            </a:br>
            <a:r>
              <a:rPr dirty="0"/>
              <a:t>- User Lockout Incident: Required deep technical troubleshooting and multi-day recovery efforts.</a:t>
            </a:r>
            <a:br>
              <a:rPr dirty="0"/>
            </a:br>
            <a:r>
              <a:rPr dirty="0"/>
              <a:t>- Module Consolidation: Merging standalone CRM modules required refinement to maintain logic consistency.</a:t>
            </a:r>
            <a:br>
              <a:rPr dirty="0"/>
            </a:br>
            <a:br>
              <a:rPr dirty="0"/>
            </a:br>
            <a:r>
              <a:rPr dirty="0"/>
              <a:t>Resolutions:</a:t>
            </a:r>
            <a:br>
              <a:rPr dirty="0"/>
            </a:br>
            <a:r>
              <a:rPr dirty="0"/>
              <a:t>- Implemented stricter credential policies and AD monitoring tools.</a:t>
            </a:r>
            <a:br>
              <a:rPr dirty="0"/>
            </a:br>
            <a:r>
              <a:rPr dirty="0"/>
              <a:t>- Standardized CRM logic to prevent computation inconsistencies.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Month’s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defRPr sz="1600"/>
            </a:pPr>
            <a:r>
              <a:rPr dirty="0"/>
              <a:t>- Conduct final user acceptance testing (UAT) for CRM and KPI modules.</a:t>
            </a:r>
            <a:br>
              <a:rPr dirty="0"/>
            </a:br>
            <a:r>
              <a:rPr dirty="0"/>
              <a:t>- Deploy the unified Marketing System.</a:t>
            </a:r>
            <a:br>
              <a:rPr dirty="0"/>
            </a:br>
            <a:r>
              <a:rPr dirty="0"/>
              <a:t>- Initiate training and documentation handover to end-user departments.</a:t>
            </a:r>
            <a:br>
              <a:rPr dirty="0"/>
            </a:br>
            <a:r>
              <a:rPr dirty="0"/>
              <a:t>- Begin development of the JS-based price comparison dashboard for AMG vs. competitor data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491</Words>
  <Application>Microsoft Office PowerPoint</Application>
  <PresentationFormat>On-screen Show (4:3)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Monthly Report (October 15 – November 5, 2025)</vt:lpstr>
      <vt:lpstr>CRM System (Fully Completed)</vt:lpstr>
      <vt:lpstr>KPI Framework (Completed and Integrated)</vt:lpstr>
      <vt:lpstr>Active Directory (AD) System Recovery</vt:lpstr>
      <vt:lpstr>Other Activities</vt:lpstr>
      <vt:lpstr>Challenges and Resolutions</vt:lpstr>
      <vt:lpstr>Next Month’s Focus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Samrawi Berhe</cp:lastModifiedBy>
  <cp:revision>3</cp:revision>
  <dcterms:created xsi:type="dcterms:W3CDTF">2013-01-27T09:14:16Z</dcterms:created>
  <dcterms:modified xsi:type="dcterms:W3CDTF">2025-11-05T08:04:15Z</dcterms:modified>
  <cp:category/>
</cp:coreProperties>
</file>