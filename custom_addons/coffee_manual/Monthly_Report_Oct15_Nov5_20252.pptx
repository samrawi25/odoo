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26"/>
    <p:sldId id="274" r:id="rId27"/>
    <p:sldId id="275" r:id="rId28"/>
    <p:sldId id="276" r:id="rId29"/>
    <p:sldId id="277" r:id="rId3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1DCDC2-84B3-AC41-2792-BFFFFC9F80EA}" v="106" dt="2025-10-18T07:54:48.4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91DCDC2-84B3-AC41-2792-BFFFFC9F80EA}"/>
    <pc:docChg chg="modSld">
      <pc:chgData name="Guest User" userId="" providerId="Windows Live" clId="Web-{D91DCDC2-84B3-AC41-2792-BFFFFC9F80EA}" dt="2025-10-18T07:54:46.850" v="11"/>
      <pc:docMkLst>
        <pc:docMk/>
      </pc:docMkLst>
      <pc:sldChg chg="modSp">
        <pc:chgData name="Guest User" userId="" providerId="Windows Live" clId="Web-{D91DCDC2-84B3-AC41-2792-BFFFFC9F80EA}" dt="2025-10-18T07:54:46.850" v="11"/>
        <pc:sldMkLst>
          <pc:docMk/>
          <pc:sldMk cId="0" sldId="258"/>
        </pc:sldMkLst>
        <pc:graphicFrameChg chg="mod modGraphic">
          <ac:chgData name="Guest User" userId="" providerId="Windows Live" clId="Web-{D91DCDC2-84B3-AC41-2792-BFFFFC9F80EA}" dt="2025-10-18T07:54:46.850" v="11"/>
          <ac:graphicFrameMkLst>
            <pc:docMk/>
            <pc:sldMk cId="0" sldId="258"/>
            <ac:graphicFrameMk id="139"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12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127"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128" name="PlaceHolder 4"/>
          <p:cNvSpPr>
            <a:spLocks noGrp="1"/>
          </p:cNvSpPr>
          <p:nvPr>
            <p:ph type="dt" idx="7"/>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29" name="PlaceHolder 5"/>
          <p:cNvSpPr>
            <a:spLocks noGrp="1"/>
          </p:cNvSpPr>
          <p:nvPr>
            <p:ph type="ftr" idx="8"/>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130" name="PlaceHolder 6"/>
          <p:cNvSpPr>
            <a:spLocks noGrp="1"/>
          </p:cNvSpPr>
          <p:nvPr>
            <p:ph type="sldNum" idx="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7C50FFD-CFF7-4810-8FC4-55F6F02077BB}"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PlaceHolder 1"/>
          <p:cNvSpPr>
            <a:spLocks noGrp="1" noRot="1" noChangeAspect="1"/>
          </p:cNvSpPr>
          <p:nvPr>
            <p:ph type="sldImg"/>
          </p:nvPr>
        </p:nvSpPr>
        <p:spPr>
          <a:xfrm>
            <a:off x="685800" y="1143000"/>
            <a:ext cx="5486400" cy="3086100"/>
          </a:xfrm>
          <a:prstGeom prst="rect">
            <a:avLst/>
          </a:prstGeom>
          <a:ln w="0">
            <a:noFill/>
          </a:ln>
        </p:spPr>
      </p:sp>
      <p:sp>
        <p:nvSpPr>
          <p:cNvPr id="19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95" name="PlaceHolder 3"/>
          <p:cNvSpPr>
            <a:spLocks noGrp="1"/>
          </p:cNvSpPr>
          <p:nvPr>
            <p:ph type="sldNum" idx="10"/>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FAB66969-D233-4D74-A6DA-FE4C9CA235CB}" type="slidenum">
              <a:rPr lang="en-US" sz="1200" b="0" u="none" strike="noStrike">
                <a:solidFill>
                  <a:srgbClr val="000000"/>
                </a:solidFill>
                <a:effectLst/>
                <a:uFillTx/>
                <a:latin typeface="Times New Roman"/>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noRot="1" noChangeAspect="1"/>
          </p:cNvSpPr>
          <p:nvPr>
            <p:ph type="sldImg"/>
          </p:nvPr>
        </p:nvSpPr>
        <p:spPr>
          <a:xfrm>
            <a:off x="685800" y="1143000"/>
            <a:ext cx="5486040" cy="3085920"/>
          </a:xfrm>
          <a:prstGeom prst="rect">
            <a:avLst/>
          </a:prstGeom>
          <a:ln w="0">
            <a:noFill/>
          </a:ln>
        </p:spPr>
      </p:sp>
      <p:sp>
        <p:nvSpPr>
          <p:cNvPr id="19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98" name="PlaceHolder 3"/>
          <p:cNvSpPr>
            <a:spLocks noGrp="1"/>
          </p:cNvSpPr>
          <p:nvPr>
            <p:ph type="sldNum" idx="1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4B201B72-6A90-47C5-AB21-C40932F9F30B}" type="slidenum">
              <a:rPr lang="en-US" sz="1200" b="0" u="none" strike="noStrike">
                <a:solidFill>
                  <a:srgbClr val="000000"/>
                </a:solidFill>
                <a:effectLst/>
                <a:uFillTx/>
                <a:latin typeface="Times New Roman"/>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noRot="1" noChangeAspect="1"/>
          </p:cNvSpPr>
          <p:nvPr>
            <p:ph type="sldImg"/>
          </p:nvPr>
        </p:nvSpPr>
        <p:spPr>
          <a:xfrm>
            <a:off x="685800" y="1143000"/>
            <a:ext cx="5486040" cy="3085920"/>
          </a:xfrm>
          <a:prstGeom prst="rect">
            <a:avLst/>
          </a:prstGeom>
          <a:ln w="0">
            <a:noFill/>
          </a:ln>
        </p:spPr>
      </p:sp>
      <p:sp>
        <p:nvSpPr>
          <p:cNvPr id="20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1" name="PlaceHolder 3"/>
          <p:cNvSpPr>
            <a:spLocks noGrp="1"/>
          </p:cNvSpPr>
          <p:nvPr>
            <p:ph type="sldNum" idx="1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AA9F6E0C-919E-42C7-B1B7-ED439960BFC4}" type="slidenum">
              <a:rPr lang="en-US" sz="1200" b="0" u="none" strike="noStrike">
                <a:solidFill>
                  <a:srgbClr val="000000"/>
                </a:solidFill>
                <a:effectLst/>
                <a:uFillTx/>
                <a:latin typeface="Times New Roman"/>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noRot="1" noChangeAspect="1"/>
          </p:cNvSpPr>
          <p:nvPr>
            <p:ph type="sldImg"/>
          </p:nvPr>
        </p:nvSpPr>
        <p:spPr>
          <a:xfrm>
            <a:off x="685800" y="1143000"/>
            <a:ext cx="5486040" cy="3085920"/>
          </a:xfrm>
          <a:prstGeom prst="rect">
            <a:avLst/>
          </a:prstGeom>
          <a:ln w="0">
            <a:noFill/>
          </a:ln>
        </p:spPr>
      </p:sp>
      <p:sp>
        <p:nvSpPr>
          <p:cNvPr id="20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4" name="PlaceHolder 3"/>
          <p:cNvSpPr>
            <a:spLocks noGrp="1"/>
          </p:cNvSpPr>
          <p:nvPr>
            <p:ph type="sldNum" idx="1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6812A8E9-C787-4B0C-9ED7-971AD8A7F13C}" type="slidenum">
              <a:rPr lang="en-US" sz="1200" b="0" u="none" strike="noStrike">
                <a:solidFill>
                  <a:srgbClr val="000000"/>
                </a:solidFill>
                <a:effectLst/>
                <a:uFillTx/>
                <a:latin typeface="Times New Roman"/>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PlaceHolder 1"/>
          <p:cNvSpPr>
            <a:spLocks noGrp="1" noRot="1" noChangeAspect="1"/>
          </p:cNvSpPr>
          <p:nvPr>
            <p:ph type="sldImg"/>
          </p:nvPr>
        </p:nvSpPr>
        <p:spPr>
          <a:xfrm>
            <a:off x="685800" y="1143000"/>
            <a:ext cx="5485320" cy="3085200"/>
          </a:xfrm>
          <a:prstGeom prst="rect">
            <a:avLst/>
          </a:prstGeom>
          <a:ln w="0">
            <a:noFill/>
          </a:ln>
        </p:spPr>
      </p:sp>
      <p:sp>
        <p:nvSpPr>
          <p:cNvPr id="20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07" name="PlaceHolder 3"/>
          <p:cNvSpPr>
            <a:spLocks noGrp="1"/>
          </p:cNvSpPr>
          <p:nvPr>
            <p:ph type="sldNum" idx="1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C812437D-C30D-44FC-8E9A-39491C3FD0F2}" type="slidenum">
              <a:rPr lang="en-US" sz="1200" b="0" u="none" strike="noStrike">
                <a:solidFill>
                  <a:srgbClr val="000000"/>
                </a:solidFill>
                <a:effectLst/>
                <a:uFillTx/>
                <a:latin typeface="Times New Roman"/>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noRot="1" noChangeAspect="1"/>
          </p:cNvSpPr>
          <p:nvPr>
            <p:ph type="sldImg"/>
          </p:nvPr>
        </p:nvSpPr>
        <p:spPr>
          <a:xfrm>
            <a:off x="685800" y="1143000"/>
            <a:ext cx="5486040" cy="3085920"/>
          </a:xfrm>
          <a:prstGeom prst="rect">
            <a:avLst/>
          </a:prstGeom>
          <a:ln w="0">
            <a:noFill/>
          </a:ln>
        </p:spPr>
      </p:sp>
      <p:sp>
        <p:nvSpPr>
          <p:cNvPr id="20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10" name="PlaceHolder 3"/>
          <p:cNvSpPr>
            <a:spLocks noGrp="1"/>
          </p:cNvSpPr>
          <p:nvPr>
            <p:ph type="sldNum" idx="1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7FF38517-2C61-4C54-975E-6198FFE2E7F0}" type="slidenum">
              <a:rPr lang="en-US" sz="1200" b="0" u="none" strike="noStrike">
                <a:solidFill>
                  <a:srgbClr val="000000"/>
                </a:solidFill>
                <a:effectLst/>
                <a:uFillTx/>
                <a:latin typeface="Times New Roman"/>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noRot="1" noChangeAspect="1"/>
          </p:cNvSpPr>
          <p:nvPr>
            <p:ph type="sldImg"/>
          </p:nvPr>
        </p:nvSpPr>
        <p:spPr>
          <a:xfrm>
            <a:off x="685800" y="1143000"/>
            <a:ext cx="5486400" cy="3086100"/>
          </a:xfrm>
          <a:prstGeom prst="rect">
            <a:avLst/>
          </a:prstGeom>
          <a:ln w="0">
            <a:noFill/>
          </a:ln>
        </p:spPr>
      </p:sp>
      <p:sp>
        <p:nvSpPr>
          <p:cNvPr id="21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213" name="PlaceHolder 3"/>
          <p:cNvSpPr>
            <a:spLocks noGrp="1"/>
          </p:cNvSpPr>
          <p:nvPr>
            <p:ph type="sldNum" idx="1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rgbClr val="000000"/>
                </a:solidFill>
                <a:effectLst/>
                <a:uFillTx/>
                <a:latin typeface="Times New Roman"/>
                <a:ea typeface="+mn-ea"/>
              </a:defRPr>
            </a:lvl1pPr>
          </a:lstStyle>
          <a:p>
            <a:pPr indent="0" algn="r" defTabSz="914400">
              <a:lnSpc>
                <a:spcPct val="100000"/>
              </a:lnSpc>
              <a:buNone/>
              <a:tabLst>
                <a:tab pos="0" algn="l"/>
              </a:tabLst>
            </a:pPr>
            <a:fld id="{190467AF-0CD4-4912-A175-F10E2F5BF3BE}" type="slidenum">
              <a:rPr lang="en-US" sz="1200" b="0" u="none" strike="noStrike">
                <a:solidFill>
                  <a:srgbClr val="000000"/>
                </a:solidFill>
                <a:effectLst/>
                <a:uFillTx/>
                <a:latin typeface="Times New Roman"/>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eg"/><Relationship Id="rId7" Type="http://schemas.openxmlformats.org/officeDocument/2006/relationships/image" Target="../media/image6.png"/><Relationship Id="rId8" Type="http://schemas.openxmlformats.org/officeDocument/2006/relationships/image" Target="../media/image7.jpe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jpeg"/><Relationship Id="rId6" Type="http://schemas.openxmlformats.org/officeDocument/2006/relationships/image" Target="../media/image11.png"/><Relationship Id="rId7" Type="http://schemas.openxmlformats.org/officeDocument/2006/relationships/image" Target="../media/image5.jpe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Slide">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67640" y="2260080"/>
            <a:ext cx="9218880" cy="1468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8000" b="1" u="none" strike="noStrike">
                <a:solidFill>
                  <a:srgbClr val="233674"/>
                </a:solidFill>
                <a:effectLst/>
                <a:uFillTx/>
                <a:latin typeface="Arial Black"/>
              </a:rPr>
              <a:t>AMG HOLDINGS</a:t>
            </a:r>
            <a:endParaRPr lang="en-US" sz="8000" b="0" u="none" strike="noStrike">
              <a:solidFill>
                <a:schemeClr val="dk1"/>
              </a:solidFill>
              <a:effectLst/>
              <a:uFillTx/>
              <a:latin typeface="Calibri"/>
            </a:endParaRPr>
          </a:p>
        </p:txBody>
      </p:sp>
      <p:sp>
        <p:nvSpPr>
          <p:cNvPr id="13" name="Freeform 35"/>
          <p:cNvSpPr/>
          <p:nvPr/>
        </p:nvSpPr>
        <p:spPr>
          <a:xfrm>
            <a:off x="757800" y="7784280"/>
            <a:ext cx="778320" cy="815040"/>
          </a:xfrm>
          <a:custGeom>
            <a:avLst/>
            <a:gdLst>
              <a:gd name="textAreaLeft" fmla="*/ 0 w 778320"/>
              <a:gd name="textAreaRight" fmla="*/ 779760 w 778320"/>
              <a:gd name="textAreaTop" fmla="*/ 0 h 815040"/>
              <a:gd name="textAreaBottom" fmla="*/ 816480 h 815040"/>
            </a:gdLst>
            <a:ahLst/>
            <a:cxnLst/>
            <a:rect l="textAreaLeft" t="textAreaTop" r="textAreaRight" b="textAreaBottom"/>
            <a:pathLst>
              <a:path w="779852" h="816598">
                <a:moveTo>
                  <a:pt x="0" y="0"/>
                </a:moveTo>
                <a:lnTo>
                  <a:pt x="779851" y="0"/>
                </a:lnTo>
                <a:lnTo>
                  <a:pt x="779851" y="816599"/>
                </a:lnTo>
                <a:lnTo>
                  <a:pt x="0" y="816599"/>
                </a:lnTo>
                <a:lnTo>
                  <a:pt x="0" y="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2" name="Freeform 34"/>
          <p:cNvSpPr/>
          <p:nvPr/>
        </p:nvSpPr>
        <p:spPr>
          <a:xfrm>
            <a:off x="8829720" y="304920"/>
            <a:ext cx="1393560" cy="614160"/>
          </a:xfrm>
          <a:custGeom>
            <a:avLst/>
            <a:gdLst>
              <a:gd name="textAreaLeft" fmla="*/ 0 w 1393560"/>
              <a:gd name="textAreaRight" fmla="*/ 1395000 w 1393560"/>
              <a:gd name="textAreaTop" fmla="*/ 0 h 614160"/>
              <a:gd name="textAreaBottom" fmla="*/ 615600 h 614160"/>
            </a:gdLst>
            <a:ahLst/>
            <a:cxnLst/>
            <a:rect l="textAreaLeft" t="textAreaTop" r="textAreaRight" b="textAreaBottom"/>
            <a:pathLst>
              <a:path w="1394949" h="615521">
                <a:moveTo>
                  <a:pt x="0" y="0"/>
                </a:moveTo>
                <a:lnTo>
                  <a:pt x="1394949" y="0"/>
                </a:lnTo>
                <a:lnTo>
                  <a:pt x="1394949" y="615521"/>
                </a:lnTo>
                <a:lnTo>
                  <a:pt x="0" y="615521"/>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3" name="Freeform: Shape 38"/>
          <p:cNvSpPr/>
          <p:nvPr/>
        </p:nvSpPr>
        <p:spPr>
          <a:xfrm rot="8212800">
            <a:off x="-657360" y="-192600"/>
            <a:ext cx="1965960" cy="1084320"/>
          </a:xfrm>
          <a:custGeom>
            <a:avLst/>
            <a:gdLst>
              <a:gd name="textAreaLeft" fmla="*/ 0 w 1965960"/>
              <a:gd name="textAreaRight" fmla="*/ 1967400 w 1965960"/>
              <a:gd name="textAreaTop" fmla="*/ 0 h 1084320"/>
              <a:gd name="textAreaBottom" fmla="*/ 1085760 h 1084320"/>
              <a:gd name="GluePoint1X" fmla="*/ 0 w 1967439"/>
              <a:gd name="GluePoint1Y" fmla="*/ 99555 h 1085805"/>
              <a:gd name="GluePoint2X" fmla="*/ 0 w 1967439"/>
              <a:gd name="GluePoint2Y" fmla="*/ 0 h 1085805"/>
              <a:gd name="GluePoint3X" fmla="*/ 1967439 w 1967439"/>
              <a:gd name="GluePoint3Y" fmla="*/ 0 h 1085805"/>
              <a:gd name="GluePoint4X" fmla="*/ 1967439 w 1967439"/>
              <a:gd name="GluePoint4Y" fmla="*/ 681133 h 1085805"/>
              <a:gd name="GluePoint5X" fmla="*/ 1610899 w 1967439"/>
              <a:gd name="GluePoint5Y" fmla="*/ 347241 h 1085805"/>
              <a:gd name="GluePoint6X" fmla="*/ 981811 w 1967439"/>
              <a:gd name="GluePoint6Y" fmla="*/ 1019000 h 1085805"/>
              <a:gd name="GluePoint7X" fmla="*/ 1053147 w 1967439"/>
              <a:gd name="GluePoint7Y" fmla="*/ 1085805 h 1085805"/>
              <a:gd name="GluePoint8X" fmla="*/ 1053147 w 1967439"/>
              <a:gd name="GluePoint8Y" fmla="*/ 1085805 h 10858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67439" h="1085805">
                <a:moveTo>
                  <a:pt x="0" y="99555"/>
                </a:moveTo>
                <a:lnTo>
                  <a:pt x="0" y="0"/>
                </a:lnTo>
                <a:lnTo>
                  <a:pt x="1967439" y="0"/>
                </a:lnTo>
                <a:lnTo>
                  <a:pt x="1967439" y="681133"/>
                </a:lnTo>
                <a:lnTo>
                  <a:pt x="1610899" y="347241"/>
                </a:lnTo>
                <a:lnTo>
                  <a:pt x="981811" y="1019000"/>
                </a:lnTo>
                <a:lnTo>
                  <a:pt x="1053147" y="1085805"/>
                </a:lnTo>
                <a:lnTo>
                  <a:pt x="1053147" y="1085805"/>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4" name="PlaceHolder 2"/>
          <p:cNvSpPr>
            <a:spLocks noGrp="1"/>
          </p:cNvSpPr>
          <p:nvPr>
            <p:ph type="dt" idx="1"/>
          </p:nvPr>
        </p:nvSpPr>
        <p:spPr>
          <a:xfrm>
            <a:off x="1643400" y="8159760"/>
            <a:ext cx="213228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Calibri"/>
              </a:defRPr>
            </a:lvl1pPr>
          </a:lstStyle>
          <a:p>
            <a:pPr indent="0" defTabSz="914400">
              <a:lnSpc>
                <a:spcPct val="100000"/>
              </a:lnSpc>
              <a:buNone/>
              <a:tabLst>
                <a:tab pos="0" algn="l"/>
              </a:tabLst>
            </a:pPr>
            <a:r>
              <a:rPr lang="en-US" sz="1800" b="0" u="none" strike="noStrike">
                <a:solidFill>
                  <a:schemeClr val="dk1"/>
                </a:solidFill>
                <a:effectLst/>
                <a:uFillTx/>
                <a:latin typeface="Calibri"/>
              </a:rPr>
              <a:t>&lt;date/time&gt;</a:t>
            </a:r>
            <a:endParaRPr lang="en-US" sz="1800" b="0" u="none" strike="noStrike">
              <a:solidFill>
                <a:srgbClr val="000000"/>
              </a:solidFill>
              <a:effectLst/>
              <a:uFillTx/>
              <a:latin typeface="Times New Roman"/>
            </a:endParaRPr>
          </a:p>
        </p:txBody>
      </p:sp>
      <p:sp>
        <p:nvSpPr>
          <p:cNvPr id="5" name="Freeform: Shape 15"/>
          <p:cNvSpPr/>
          <p:nvPr/>
        </p:nvSpPr>
        <p:spPr>
          <a:xfrm rot="4200600">
            <a:off x="-1511280" y="581040"/>
            <a:ext cx="14608800" cy="9441720"/>
          </a:xfrm>
          <a:custGeom>
            <a:avLst/>
            <a:gdLst>
              <a:gd name="textAreaLeft" fmla="*/ 0 w 14608800"/>
              <a:gd name="textAreaRight" fmla="*/ 14610240 w 14608800"/>
              <a:gd name="textAreaTop" fmla="*/ 0 h 9441720"/>
              <a:gd name="textAreaBottom" fmla="*/ 9443160 h 9441720"/>
              <a:gd name="GluePoint1X" fmla="*/ 0 w 14610170"/>
              <a:gd name="GluePoint1Y" fmla="*/ 0 h 9443201"/>
              <a:gd name="GluePoint2X" fmla="*/ 14610170 w 14610170"/>
              <a:gd name="GluePoint2Y" fmla="*/ 0 h 9443201"/>
              <a:gd name="GluePoint3X" fmla="*/ 14610170 w 14610170"/>
              <a:gd name="GluePoint3Y" fmla="*/ 1454577 h 9443201"/>
              <a:gd name="GluePoint4X" fmla="*/ 13945431 w 14610170"/>
              <a:gd name="GluePoint4Y" fmla="*/ 1212795 h 9443201"/>
              <a:gd name="GluePoint5X" fmla="*/ 11547578 w 14610170"/>
              <a:gd name="GluePoint5Y" fmla="*/ 7805293 h 9443201"/>
              <a:gd name="GluePoint6X" fmla="*/ 13168373 w 14610170"/>
              <a:gd name="GluePoint6Y" fmla="*/ 8394816 h 9443201"/>
              <a:gd name="GluePoint7X" fmla="*/ 14610170 w 14610170"/>
              <a:gd name="GluePoint7Y" fmla="*/ 4430835 h 9443201"/>
              <a:gd name="GluePoint8X" fmla="*/ 14610170 w 14610170"/>
              <a:gd name="GluePoint8Y" fmla="*/ 9443201 h 9443201"/>
              <a:gd name="GluePoint9X" fmla="*/ 0 w 14610170"/>
              <a:gd name="GluePoint9Y" fmla="*/ 9443201 h 9443201"/>
              <a:gd name="GluePoint10X" fmla="*/ 0 w 14610170"/>
              <a:gd name="GluePoint10Y" fmla="*/ 8470193 h 9443201"/>
              <a:gd name="GluePoint11X" fmla="*/ 264265 w 14610170"/>
              <a:gd name="GluePoint11Y" fmla="*/ 8566313 h 9443201"/>
              <a:gd name="GluePoint12X" fmla="*/ 1514492 w 14610170"/>
              <a:gd name="GluePoint12Y" fmla="*/ 5129022 h 9443201"/>
              <a:gd name="GluePoint13X" fmla="*/ 0 w 14610170"/>
              <a:gd name="GluePoint13Y" fmla="*/ 4578164 h 944320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4610170" h="9443201">
                <a:moveTo>
                  <a:pt x="0" y="0"/>
                </a:moveTo>
                <a:lnTo>
                  <a:pt x="14610170" y="0"/>
                </a:lnTo>
                <a:lnTo>
                  <a:pt x="14610170" y="1454577"/>
                </a:lnTo>
                <a:lnTo>
                  <a:pt x="13945431" y="1212795"/>
                </a:lnTo>
                <a:lnTo>
                  <a:pt x="11547578" y="7805293"/>
                </a:lnTo>
                <a:lnTo>
                  <a:pt x="13168373" y="8394816"/>
                </a:lnTo>
                <a:lnTo>
                  <a:pt x="14610170" y="4430835"/>
                </a:lnTo>
                <a:lnTo>
                  <a:pt x="14610170" y="9443201"/>
                </a:lnTo>
                <a:lnTo>
                  <a:pt x="0" y="9443201"/>
                </a:lnTo>
                <a:lnTo>
                  <a:pt x="0" y="8470193"/>
                </a:lnTo>
                <a:lnTo>
                  <a:pt x="264265" y="8566313"/>
                </a:lnTo>
                <a:lnTo>
                  <a:pt x="1514492" y="5129022"/>
                </a:lnTo>
                <a:lnTo>
                  <a:pt x="0" y="4578164"/>
                </a:lnTo>
                <a:close/>
              </a:path>
            </a:pathLst>
          </a:custGeom>
          <a:blipFill rotWithShape="0">
            <a:blip r:embed="rId5">
              <a:alphaModFix amt="8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6" name="Freeform: Shape 32"/>
          <p:cNvSpPr/>
          <p:nvPr/>
        </p:nvSpPr>
        <p:spPr>
          <a:xfrm>
            <a:off x="0" y="9258480"/>
            <a:ext cx="11356920" cy="1083960"/>
          </a:xfrm>
          <a:custGeom>
            <a:avLst/>
            <a:gdLst>
              <a:gd name="textAreaLeft" fmla="*/ 0 w 11356920"/>
              <a:gd name="textAreaRight" fmla="*/ 11358360 w 11356920"/>
              <a:gd name="textAreaTop" fmla="*/ 0 h 1083960"/>
              <a:gd name="textAreaBottom" fmla="*/ 1085400 h 108396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7" name="Picture 33"/>
          <p:cNvPicPr/>
          <p:nvPr/>
        </p:nvPicPr>
        <p:blipFill>
          <a:blip r:embed="rId6"/>
          <a:stretch/>
        </p:blipFill>
        <p:spPr>
          <a:xfrm>
            <a:off x="775440" y="9334080"/>
            <a:ext cx="899640" cy="899640"/>
          </a:xfrm>
          <a:prstGeom prst="rect">
            <a:avLst/>
          </a:prstGeom>
          <a:noFill/>
          <a:ln w="0">
            <a:noFill/>
          </a:ln>
        </p:spPr>
      </p:pic>
      <p:pic>
        <p:nvPicPr>
          <p:cNvPr id="8" name="Picture 6"/>
          <p:cNvPicPr/>
          <p:nvPr/>
        </p:nvPicPr>
        <p:blipFill>
          <a:blip r:embed="rId7"/>
          <a:stretch/>
        </p:blipFill>
        <p:spPr>
          <a:xfrm>
            <a:off x="11772360" y="1583280"/>
            <a:ext cx="6046200" cy="4529520"/>
          </a:xfrm>
          <a:prstGeom prst="rect">
            <a:avLst/>
          </a:prstGeom>
          <a:noFill/>
          <a:ln w="0">
            <a:noFill/>
          </a:ln>
        </p:spPr>
      </p:pic>
      <p:pic>
        <p:nvPicPr>
          <p:cNvPr id="9" name="Picture 8"/>
          <p:cNvPicPr/>
          <p:nvPr/>
        </p:nvPicPr>
        <p:blipFill>
          <a:blip r:embed="rId8"/>
          <a:srcRect l="4157" t="75669" r="3487"/>
          <a:stretch/>
        </p:blipFill>
        <p:spPr>
          <a:xfrm>
            <a:off x="12297600" y="8109720"/>
            <a:ext cx="5875200" cy="2121120"/>
          </a:xfrm>
          <a:prstGeom prst="rect">
            <a:avLst/>
          </a:prstGeom>
          <a:noFill/>
          <a:ln w="0">
            <a:noFill/>
          </a:ln>
        </p:spPr>
      </p:pic>
      <p:pic>
        <p:nvPicPr>
          <p:cNvPr id="10" name="Picture 5"/>
          <p:cNvPicPr/>
          <p:nvPr/>
        </p:nvPicPr>
        <p:blipFill>
          <a:blip r:embed="rId9"/>
          <a:stretch/>
        </p:blipFill>
        <p:spPr>
          <a:xfrm>
            <a:off x="9616680" y="0"/>
            <a:ext cx="3026160" cy="10323720"/>
          </a:xfrm>
          <a:prstGeom prst="rect">
            <a:avLst/>
          </a:prstGeom>
          <a:noFill/>
          <a:ln w="0">
            <a:noFill/>
          </a:ln>
        </p:spPr>
      </p:pic>
      <p:sp>
        <p:nvSpPr>
          <p:cNvPr id="11" name="PlaceHolder 3"/>
          <p:cNvSpPr>
            <a:spLocks noGrp="1"/>
          </p:cNvSpPr>
          <p:nvPr>
            <p:ph type="body"/>
          </p:nvPr>
        </p:nvSpPr>
        <p:spPr>
          <a:xfrm>
            <a:off x="914400" y="2406960"/>
            <a:ext cx="16457760" cy="5964840"/>
          </a:xfrm>
          <a:prstGeom prst="rect">
            <a:avLst/>
          </a:prstGeom>
          <a:noFill/>
          <a:ln w="0">
            <a:noFill/>
          </a:ln>
        </p:spPr>
        <p:txBody>
          <a:bodyPr lIns="0" tIns="0" rIns="0" bIns="0" anchor="t">
            <a:normAutofit/>
          </a:bodyPr>
          <a:lstStyle/>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defTabSz="914400">
              <a:lnSpc>
                <a:spcPct val="9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defTabSz="914400">
              <a:lnSpc>
                <a:spcPct val="9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defTabSz="914400">
              <a:lnSpc>
                <a:spcPct val="9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grpSp>
        <p:nvGrpSpPr>
          <p:cNvPr id="12" name="Group 9"/>
          <p:cNvGrpSpPr/>
          <p:nvPr/>
        </p:nvGrpSpPr>
        <p:grpSpPr>
          <a:xfrm>
            <a:off x="0" y="82080"/>
            <a:ext cx="18285480" cy="10203480"/>
            <a:chOff x="0" y="82080"/>
            <a:chExt cx="18285480" cy="10203480"/>
          </a:xfrm>
        </p:grpSpPr>
        <p:sp>
          <p:nvSpPr>
            <p:cNvPr id="13" name="Freeform: Shape 10"/>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 name="Freeform: Shape 11"/>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 name="Freeform: Shape 12"/>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16" name="Picture 13"/>
            <p:cNvPicPr/>
            <p:nvPr/>
          </p:nvPicPr>
          <p:blipFill>
            <a:blip r:embed="rId2"/>
            <a:stretch/>
          </p:blipFill>
          <p:spPr>
            <a:xfrm>
              <a:off x="16459200" y="82080"/>
              <a:ext cx="1578600" cy="1182240"/>
            </a:xfrm>
            <a:prstGeom prst="rect">
              <a:avLst/>
            </a:prstGeom>
            <a:noFill/>
            <a:ln w="0">
              <a:noFill/>
            </a:ln>
          </p:spPr>
        </p:pic>
      </p:grpSp>
      <p:sp>
        <p:nvSpPr>
          <p:cNvPr id="17" name="PlaceHolder 1"/>
          <p:cNvSpPr>
            <a:spLocks noGrp="1"/>
          </p:cNvSpPr>
          <p:nvPr>
            <p:ph type="title"/>
          </p:nvPr>
        </p:nvSpPr>
        <p:spPr>
          <a:xfrm>
            <a:off x="457200" y="274680"/>
            <a:ext cx="14476680" cy="11415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000" b="0" u="none" strike="noStrike">
                <a:solidFill>
                  <a:schemeClr val="lt1"/>
                </a:solidFill>
                <a:effectLst/>
                <a:uFillTx/>
                <a:latin typeface="Arial Black"/>
              </a:rPr>
              <a:t>Click to edit Master title style</a:t>
            </a:r>
            <a:endParaRPr lang="en-US" sz="4000" b="0" u="none" strike="noStrike">
              <a:solidFill>
                <a:schemeClr val="dk1"/>
              </a:solidFill>
              <a:effectLst/>
              <a:uFillTx/>
              <a:latin typeface="Calibri"/>
            </a:endParaRPr>
          </a:p>
        </p:txBody>
      </p:sp>
      <p:sp>
        <p:nvSpPr>
          <p:cNvPr id="18" name="PlaceHolder 2"/>
          <p:cNvSpPr>
            <a:spLocks noGrp="1"/>
          </p:cNvSpPr>
          <p:nvPr>
            <p:ph type="body"/>
          </p:nvPr>
        </p:nvSpPr>
        <p:spPr>
          <a:xfrm>
            <a:off x="457200" y="1535040"/>
            <a:ext cx="4038840" cy="638280"/>
          </a:xfrm>
          <a:prstGeom prst="rect">
            <a:avLst/>
          </a:prstGeom>
          <a:noFill/>
          <a:ln w="0">
            <a:noFill/>
          </a:ln>
        </p:spPr>
        <p:txBody>
          <a:bodyPr lIns="90000" tIns="45000" rIns="90000" bIns="45000" anchor="b">
            <a:noAutofit/>
          </a:bodyPr>
          <a:lstStyle/>
          <a:p>
            <a:pPr marL="228600" indent="0"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19" name="PlaceHolder 3"/>
          <p:cNvSpPr>
            <a:spLocks noGrp="1"/>
          </p:cNvSpPr>
          <p:nvPr>
            <p:ph type="body"/>
          </p:nvPr>
        </p:nvSpPr>
        <p:spPr>
          <a:xfrm>
            <a:off x="457200" y="2174760"/>
            <a:ext cx="4038840" cy="3949920"/>
          </a:xfrm>
          <a:prstGeom prst="rect">
            <a:avLst/>
          </a:prstGeom>
          <a:noFill/>
          <a:ln w="0">
            <a:noFill/>
          </a:ln>
        </p:spPr>
        <p:txBody>
          <a:bodyPr lIns="90000" tIns="45000" rIns="90000" bIns="45000" anchor="t">
            <a:noAutofit/>
          </a:bodyPr>
          <a:lstStyle/>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20" name="PlaceHolder 4"/>
          <p:cNvSpPr>
            <a:spLocks noGrp="1"/>
          </p:cNvSpPr>
          <p:nvPr>
            <p:ph type="body"/>
          </p:nvPr>
        </p:nvSpPr>
        <p:spPr>
          <a:xfrm>
            <a:off x="4645080" y="1535040"/>
            <a:ext cx="4040280" cy="638280"/>
          </a:xfrm>
          <a:prstGeom prst="rect">
            <a:avLst/>
          </a:prstGeom>
          <a:noFill/>
          <a:ln w="0">
            <a:noFill/>
          </a:ln>
        </p:spPr>
        <p:txBody>
          <a:bodyPr lIns="90000" tIns="45000" rIns="90000" bIns="45000" anchor="b">
            <a:noAutofit/>
          </a:bodyPr>
          <a:lstStyle/>
          <a:p>
            <a:pPr marL="228600" indent="0" defTabSz="9144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21" name="PlaceHolder 5"/>
          <p:cNvSpPr>
            <a:spLocks noGrp="1"/>
          </p:cNvSpPr>
          <p:nvPr>
            <p:ph type="body"/>
          </p:nvPr>
        </p:nvSpPr>
        <p:spPr>
          <a:xfrm>
            <a:off x="4645080" y="2174760"/>
            <a:ext cx="4040280" cy="3949920"/>
          </a:xfrm>
          <a:prstGeom prst="rect">
            <a:avLst/>
          </a:prstGeom>
          <a:noFill/>
          <a:ln w="0">
            <a:noFill/>
          </a:ln>
        </p:spPr>
        <p:txBody>
          <a:bodyPr lIns="90000" tIns="45000" rIns="90000" bIns="45000" anchor="t">
            <a:noAutofit/>
          </a:bodyPr>
          <a:lstStyle/>
          <a:p>
            <a:pPr marL="343080" indent="-34308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Second level</a:t>
            </a:r>
          </a:p>
          <a:p>
            <a:pPr marL="1143000" lvl="2"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Third level</a:t>
            </a:r>
          </a:p>
          <a:p>
            <a:pPr marL="1600200" lvl="3"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Fourth level</a:t>
            </a:r>
          </a:p>
          <a:p>
            <a:pPr marL="2057400" lvl="4" indent="-228600" defTabSz="914400">
              <a:lnSpc>
                <a:spcPct val="100000"/>
              </a:lnSpc>
              <a:spcBef>
                <a:spcPts val="320"/>
              </a:spcBef>
              <a:buClr>
                <a:srgbClr val="000000"/>
              </a:buClr>
              <a:buFont typeface="Arial"/>
              <a:buChar char="»"/>
            </a:pPr>
            <a:r>
              <a:rPr lang="en-US" sz="1600" b="0" u="none" strike="noStrike">
                <a:solidFill>
                  <a:schemeClr val="dk1"/>
                </a:solidFill>
                <a:effectLst/>
                <a:uFillTx/>
                <a:latin typeface="Calibri"/>
              </a:rPr>
              <a:t>Fifth level</a:t>
            </a:r>
          </a:p>
        </p:txBody>
      </p:sp>
      <p:sp>
        <p:nvSpPr>
          <p:cNvPr id="22" name="Rectangle 14"/>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grpSp>
        <p:nvGrpSpPr>
          <p:cNvPr id="23" name="Group 5"/>
          <p:cNvGrpSpPr/>
          <p:nvPr/>
        </p:nvGrpSpPr>
        <p:grpSpPr>
          <a:xfrm>
            <a:off x="0" y="82080"/>
            <a:ext cx="18285480" cy="10203480"/>
            <a:chOff x="0" y="82080"/>
            <a:chExt cx="18285480" cy="10203480"/>
          </a:xfrm>
        </p:grpSpPr>
        <p:sp>
          <p:nvSpPr>
            <p:cNvPr id="24" name="Freeform: Shape 6"/>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Freeform: Shape 7"/>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Freeform: Shape 8"/>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27" name="Picture 9"/>
            <p:cNvPicPr/>
            <p:nvPr/>
          </p:nvPicPr>
          <p:blipFill>
            <a:blip r:embed="rId2"/>
            <a:stretch/>
          </p:blipFill>
          <p:spPr>
            <a:xfrm>
              <a:off x="16459200" y="82080"/>
              <a:ext cx="1578600" cy="1182240"/>
            </a:xfrm>
            <a:prstGeom prst="rect">
              <a:avLst/>
            </a:prstGeom>
            <a:noFill/>
            <a:ln w="0">
              <a:noFill/>
            </a:ln>
          </p:spPr>
        </p:pic>
      </p:grpSp>
      <p:sp>
        <p:nvSpPr>
          <p:cNvPr id="28" name="PlaceHolder 1"/>
          <p:cNvSpPr>
            <a:spLocks noGrp="1"/>
          </p:cNvSpPr>
          <p:nvPr>
            <p:ph type="title"/>
          </p:nvPr>
        </p:nvSpPr>
        <p:spPr>
          <a:xfrm>
            <a:off x="457200" y="274680"/>
            <a:ext cx="14324040" cy="11415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000" b="0" u="none" strike="noStrike">
                <a:solidFill>
                  <a:schemeClr val="lt1"/>
                </a:solidFill>
                <a:effectLst/>
                <a:uFillTx/>
                <a:latin typeface="Arial Black"/>
              </a:rPr>
              <a:t>Click to edit Master title style</a:t>
            </a:r>
            <a:endParaRPr lang="en-US" sz="4000" b="0" u="none" strike="noStrike">
              <a:solidFill>
                <a:schemeClr val="dk1"/>
              </a:solidFill>
              <a:effectLst/>
              <a:uFillTx/>
              <a:latin typeface="Calibri"/>
            </a:endParaRPr>
          </a:p>
        </p:txBody>
      </p:sp>
      <p:sp>
        <p:nvSpPr>
          <p:cNvPr id="29" name="Rectangle 10"/>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grpSp>
        <p:nvGrpSpPr>
          <p:cNvPr id="30" name="Group 4"/>
          <p:cNvGrpSpPr/>
          <p:nvPr/>
        </p:nvGrpSpPr>
        <p:grpSpPr>
          <a:xfrm>
            <a:off x="0" y="82080"/>
            <a:ext cx="18285480" cy="10203480"/>
            <a:chOff x="0" y="82080"/>
            <a:chExt cx="18285480" cy="10203480"/>
          </a:xfrm>
        </p:grpSpPr>
        <p:sp>
          <p:nvSpPr>
            <p:cNvPr id="31" name="Freeform: Shape 5"/>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Freeform: Shape 6"/>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Freeform: Shape 7"/>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34" name="Picture 8"/>
            <p:cNvPicPr/>
            <p:nvPr/>
          </p:nvPicPr>
          <p:blipFill>
            <a:blip r:embed="rId2"/>
            <a:stretch/>
          </p:blipFill>
          <p:spPr>
            <a:xfrm>
              <a:off x="16459200" y="82080"/>
              <a:ext cx="1578600" cy="1182240"/>
            </a:xfrm>
            <a:prstGeom prst="rect">
              <a:avLst/>
            </a:prstGeom>
            <a:noFill/>
            <a:ln w="0">
              <a:noFill/>
            </a:ln>
          </p:spPr>
        </p:pic>
      </p:grpSp>
      <p:sp>
        <p:nvSpPr>
          <p:cNvPr id="35" name="Rectangle 9"/>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grpSp>
        <p:nvGrpSpPr>
          <p:cNvPr id="36" name="Group 7"/>
          <p:cNvGrpSpPr/>
          <p:nvPr/>
        </p:nvGrpSpPr>
        <p:grpSpPr>
          <a:xfrm>
            <a:off x="0" y="82080"/>
            <a:ext cx="18285480" cy="10203480"/>
            <a:chOff x="0" y="82080"/>
            <a:chExt cx="18285480" cy="10203480"/>
          </a:xfrm>
        </p:grpSpPr>
        <p:sp>
          <p:nvSpPr>
            <p:cNvPr id="37" name="Freeform: Shape 8"/>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Freeform: Shape 9"/>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40" name="Picture 11"/>
            <p:cNvPicPr/>
            <p:nvPr/>
          </p:nvPicPr>
          <p:blipFill>
            <a:blip r:embed="rId2"/>
            <a:stretch/>
          </p:blipFill>
          <p:spPr>
            <a:xfrm>
              <a:off x="16459200" y="82080"/>
              <a:ext cx="1578600" cy="1182240"/>
            </a:xfrm>
            <a:prstGeom prst="rect">
              <a:avLst/>
            </a:prstGeom>
            <a:noFill/>
            <a:ln w="0">
              <a:noFill/>
            </a:ln>
          </p:spPr>
        </p:pic>
      </p:grpSp>
      <p:sp>
        <p:nvSpPr>
          <p:cNvPr id="41" name="PlaceHolder 1"/>
          <p:cNvSpPr>
            <a:spLocks noGrp="1"/>
          </p:cNvSpPr>
          <p:nvPr>
            <p:ph type="title"/>
          </p:nvPr>
        </p:nvSpPr>
        <p:spPr>
          <a:xfrm>
            <a:off x="457200" y="272880"/>
            <a:ext cx="3006720" cy="1160640"/>
          </a:xfrm>
          <a:prstGeom prst="rect">
            <a:avLst/>
          </a:prstGeom>
          <a:noFill/>
          <a:ln w="0">
            <a:noFill/>
          </a:ln>
        </p:spPr>
        <p:txBody>
          <a:bodyPr lIns="90000" tIns="45000" rIns="90000" bIns="45000" anchor="b">
            <a:noAutofit/>
          </a:bodyPr>
          <a:lstStyle/>
          <a:p>
            <a:pPr indent="0" defTabSz="9144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42" name="PlaceHolder 2"/>
          <p:cNvSpPr>
            <a:spLocks noGrp="1"/>
          </p:cNvSpPr>
          <p:nvPr>
            <p:ph type="body"/>
          </p:nvPr>
        </p:nvSpPr>
        <p:spPr>
          <a:xfrm>
            <a:off x="3575160" y="272880"/>
            <a:ext cx="5110200" cy="5851800"/>
          </a:xfrm>
          <a:prstGeom prst="rect">
            <a:avLst/>
          </a:prstGeom>
          <a:noFill/>
          <a:ln w="0">
            <a:noFill/>
          </a:ln>
        </p:spPr>
        <p:txBody>
          <a:bodyPr lIns="90000" tIns="45000" rIns="90000" bIns="45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43" name="PlaceHolder 3"/>
          <p:cNvSpPr>
            <a:spLocks noGrp="1"/>
          </p:cNvSpPr>
          <p:nvPr>
            <p:ph type="body"/>
          </p:nvPr>
        </p:nvSpPr>
        <p:spPr>
          <a:xfrm>
            <a:off x="457200" y="1434960"/>
            <a:ext cx="3006720" cy="4689720"/>
          </a:xfrm>
          <a:prstGeom prst="rect">
            <a:avLst/>
          </a:prstGeom>
          <a:noFill/>
          <a:ln w="0">
            <a:noFill/>
          </a:ln>
        </p:spPr>
        <p:txBody>
          <a:bodyPr lIns="90000" tIns="45000" rIns="90000" bIns="45000" anchor="t">
            <a:noAutofit/>
          </a:bodyPr>
          <a:lstStyle/>
          <a:p>
            <a:pPr marL="228600" indent="0"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44" name="Rectangle 12"/>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grpSp>
        <p:nvGrpSpPr>
          <p:cNvPr id="45" name="Group 7"/>
          <p:cNvGrpSpPr/>
          <p:nvPr/>
        </p:nvGrpSpPr>
        <p:grpSpPr>
          <a:xfrm>
            <a:off x="0" y="82080"/>
            <a:ext cx="18285480" cy="10203480"/>
            <a:chOff x="0" y="82080"/>
            <a:chExt cx="18285480" cy="10203480"/>
          </a:xfrm>
        </p:grpSpPr>
        <p:sp>
          <p:nvSpPr>
            <p:cNvPr id="46" name="Freeform: Shape 8"/>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Freeform: Shape 9"/>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49" name="Picture 11"/>
            <p:cNvPicPr/>
            <p:nvPr/>
          </p:nvPicPr>
          <p:blipFill>
            <a:blip r:embed="rId2"/>
            <a:stretch/>
          </p:blipFill>
          <p:spPr>
            <a:xfrm>
              <a:off x="16459200" y="82080"/>
              <a:ext cx="1578600" cy="1182240"/>
            </a:xfrm>
            <a:prstGeom prst="rect">
              <a:avLst/>
            </a:prstGeom>
            <a:noFill/>
            <a:ln w="0">
              <a:noFill/>
            </a:ln>
          </p:spPr>
        </p:pic>
      </p:grpSp>
      <p:sp>
        <p:nvSpPr>
          <p:cNvPr id="50" name="PlaceHolder 1"/>
          <p:cNvSpPr>
            <a:spLocks noGrp="1"/>
          </p:cNvSpPr>
          <p:nvPr>
            <p:ph type="title"/>
          </p:nvPr>
        </p:nvSpPr>
        <p:spPr>
          <a:xfrm>
            <a:off x="1792440" y="4800600"/>
            <a:ext cx="5484960" cy="565200"/>
          </a:xfrm>
          <a:prstGeom prst="rect">
            <a:avLst/>
          </a:prstGeom>
          <a:noFill/>
          <a:ln w="0">
            <a:noFill/>
          </a:ln>
        </p:spPr>
        <p:txBody>
          <a:bodyPr lIns="90000" tIns="45000" rIns="90000" bIns="45000" anchor="b">
            <a:noAutofit/>
          </a:bodyPr>
          <a:lstStyle/>
          <a:p>
            <a:pPr indent="0" defTabSz="914400">
              <a:lnSpc>
                <a:spcPct val="100000"/>
              </a:lnSpc>
              <a:buNone/>
              <a:tabLst>
                <a:tab pos="0" algn="l"/>
              </a:tabLst>
            </a:pPr>
            <a:r>
              <a:rPr lang="en-US" sz="2000" b="1" u="none" strike="noStrike">
                <a:solidFill>
                  <a:schemeClr val="dk1"/>
                </a:solidFill>
                <a:effectLst/>
                <a:uFillTx/>
                <a:latin typeface="Calibri"/>
              </a:rPr>
              <a:t>Click to edit Master title style</a:t>
            </a:r>
            <a:endParaRPr lang="en-US" sz="2000" b="0" u="none" strike="noStrike">
              <a:solidFill>
                <a:schemeClr val="dk1"/>
              </a:solidFill>
              <a:effectLst/>
              <a:uFillTx/>
              <a:latin typeface="Calibri"/>
            </a:endParaRPr>
          </a:p>
        </p:txBody>
      </p:sp>
      <p:sp>
        <p:nvSpPr>
          <p:cNvPr id="51" name="PlaceHolder 2"/>
          <p:cNvSpPr>
            <a:spLocks noGrp="1"/>
          </p:cNvSpPr>
          <p:nvPr>
            <p:ph type="body"/>
          </p:nvPr>
        </p:nvSpPr>
        <p:spPr>
          <a:xfrm>
            <a:off x="1792440" y="612720"/>
            <a:ext cx="5484960" cy="4113360"/>
          </a:xfrm>
          <a:prstGeom prst="rect">
            <a:avLst/>
          </a:prstGeom>
          <a:noFill/>
          <a:ln w="0">
            <a:noFill/>
          </a:ln>
        </p:spPr>
        <p:txBody>
          <a:bodyPr lIns="90000" tIns="45000" rIns="90000" bIns="45000" anchor="t">
            <a:noAutofit/>
          </a:bodyPr>
          <a:lstStyle/>
          <a:p>
            <a:pPr marL="432000" indent="-324000" defTabSz="9144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defTabSz="9144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Calibri"/>
              </a:rPr>
              <a:t>Second Outline Level</a:t>
            </a:r>
          </a:p>
          <a:p>
            <a:pPr marL="1296000" lvl="2" indent="-288000" defTabSz="9144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Calibri"/>
              </a:rPr>
              <a:t>Third Outline Level</a:t>
            </a:r>
          </a:p>
          <a:p>
            <a:pPr marL="1728000" lvl="3" indent="-216000" defTabSz="9144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Calibri"/>
              </a:rPr>
              <a:t>Fourth Outline Level</a:t>
            </a:r>
          </a:p>
          <a:p>
            <a:pPr marL="2160000" lvl="4"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Fifth Outline Level</a:t>
            </a:r>
          </a:p>
          <a:p>
            <a:pPr marL="2592000" lvl="5"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p>
          <a:p>
            <a:pPr marL="3024000" lvl="6" indent="-216000" defTabSz="9144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p>
        </p:txBody>
      </p:sp>
      <p:sp>
        <p:nvSpPr>
          <p:cNvPr id="52" name="PlaceHolder 3"/>
          <p:cNvSpPr>
            <a:spLocks noGrp="1"/>
          </p:cNvSpPr>
          <p:nvPr>
            <p:ph type="body"/>
          </p:nvPr>
        </p:nvSpPr>
        <p:spPr>
          <a:xfrm>
            <a:off x="1792440" y="5367240"/>
            <a:ext cx="5484960" cy="803520"/>
          </a:xfrm>
          <a:prstGeom prst="rect">
            <a:avLst/>
          </a:prstGeom>
          <a:noFill/>
          <a:ln w="0">
            <a:noFill/>
          </a:ln>
        </p:spPr>
        <p:txBody>
          <a:bodyPr lIns="90000" tIns="45000" rIns="90000" bIns="45000" anchor="t">
            <a:noAutofit/>
          </a:bodyPr>
          <a:lstStyle/>
          <a:p>
            <a:pPr marL="228600" indent="0" defTabSz="9144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p>
        </p:txBody>
      </p:sp>
      <p:sp>
        <p:nvSpPr>
          <p:cNvPr id="53" name="Rectangle 12"/>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grpSp>
        <p:nvGrpSpPr>
          <p:cNvPr id="54" name="Group 6"/>
          <p:cNvGrpSpPr/>
          <p:nvPr/>
        </p:nvGrpSpPr>
        <p:grpSpPr>
          <a:xfrm>
            <a:off x="0" y="82080"/>
            <a:ext cx="18285480" cy="10203480"/>
            <a:chOff x="0" y="82080"/>
            <a:chExt cx="18285480" cy="10203480"/>
          </a:xfrm>
        </p:grpSpPr>
        <p:sp>
          <p:nvSpPr>
            <p:cNvPr id="55"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Freeform: Shape 9"/>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58" name="Picture 10"/>
            <p:cNvPicPr/>
            <p:nvPr/>
          </p:nvPicPr>
          <p:blipFill>
            <a:blip r:embed="rId2"/>
            <a:stretch/>
          </p:blipFill>
          <p:spPr>
            <a:xfrm>
              <a:off x="16459200" y="82080"/>
              <a:ext cx="1578600" cy="1182240"/>
            </a:xfrm>
            <a:prstGeom prst="rect">
              <a:avLst/>
            </a:prstGeom>
            <a:noFill/>
            <a:ln w="0">
              <a:noFill/>
            </a:ln>
          </p:spPr>
        </p:pic>
      </p:grpSp>
      <p:sp>
        <p:nvSpPr>
          <p:cNvPr id="59" name="PlaceHolder 1"/>
          <p:cNvSpPr>
            <a:spLocks noGrp="1"/>
          </p:cNvSpPr>
          <p:nvPr>
            <p:ph type="title"/>
          </p:nvPr>
        </p:nvSpPr>
        <p:spPr>
          <a:xfrm>
            <a:off x="457200" y="274680"/>
            <a:ext cx="8228160" cy="1141560"/>
          </a:xfrm>
          <a:prstGeom prst="rect">
            <a:avLst/>
          </a:prstGeom>
          <a:noFill/>
          <a:ln w="0">
            <a:noFill/>
          </a:ln>
        </p:spPr>
        <p:txBody>
          <a:bodyPr lIns="90000" tIns="45000" rIns="90000" bIns="45000" anchor="t">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60" name="PlaceHolder 2"/>
          <p:cNvSpPr>
            <a:spLocks noGrp="1"/>
          </p:cNvSpPr>
          <p:nvPr>
            <p:ph type="body"/>
          </p:nvPr>
        </p:nvSpPr>
        <p:spPr>
          <a:xfrm>
            <a:off x="457200" y="1600200"/>
            <a:ext cx="8228160" cy="4524480"/>
          </a:xfrm>
          <a:prstGeom prst="rect">
            <a:avLst/>
          </a:prstGeom>
          <a:noFill/>
          <a:ln w="0">
            <a:noFill/>
          </a:ln>
        </p:spPr>
        <p:txBody>
          <a:bodyPr vert="eaVert" lIns="45000" tIns="90000" rIns="45000" bIns="90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61" name="Rectangle 11"/>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grpSp>
        <p:nvGrpSpPr>
          <p:cNvPr id="62" name="Group 6"/>
          <p:cNvGrpSpPr/>
          <p:nvPr/>
        </p:nvGrpSpPr>
        <p:grpSpPr>
          <a:xfrm>
            <a:off x="0" y="82080"/>
            <a:ext cx="18285480" cy="10203480"/>
            <a:chOff x="0" y="82080"/>
            <a:chExt cx="18285480" cy="10203480"/>
          </a:xfrm>
        </p:grpSpPr>
        <p:sp>
          <p:nvSpPr>
            <p:cNvPr id="63"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Freeform: Shape 9"/>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66" name="Picture 10"/>
            <p:cNvPicPr/>
            <p:nvPr/>
          </p:nvPicPr>
          <p:blipFill>
            <a:blip r:embed="rId2"/>
            <a:stretch/>
          </p:blipFill>
          <p:spPr>
            <a:xfrm>
              <a:off x="16459200" y="82080"/>
              <a:ext cx="1578600" cy="1182240"/>
            </a:xfrm>
            <a:prstGeom prst="rect">
              <a:avLst/>
            </a:prstGeom>
            <a:noFill/>
            <a:ln w="0">
              <a:noFill/>
            </a:ln>
          </p:spPr>
        </p:pic>
      </p:grpSp>
      <p:sp>
        <p:nvSpPr>
          <p:cNvPr id="67" name="PlaceHolder 1"/>
          <p:cNvSpPr>
            <a:spLocks noGrp="1"/>
          </p:cNvSpPr>
          <p:nvPr>
            <p:ph type="title"/>
          </p:nvPr>
        </p:nvSpPr>
        <p:spPr>
          <a:xfrm>
            <a:off x="6629400" y="274680"/>
            <a:ext cx="2055960" cy="5850000"/>
          </a:xfrm>
          <a:prstGeom prst="rect">
            <a:avLst/>
          </a:prstGeom>
          <a:noFill/>
          <a:ln w="0">
            <a:noFill/>
          </a:ln>
        </p:spPr>
        <p:txBody>
          <a:bodyPr vert="eaVert" lIns="45000" tIns="90000" rIns="45000" bIns="90000" anchor="t">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p>
        </p:txBody>
      </p:sp>
      <p:sp>
        <p:nvSpPr>
          <p:cNvPr id="68" name="PlaceHolder 2"/>
          <p:cNvSpPr>
            <a:spLocks noGrp="1"/>
          </p:cNvSpPr>
          <p:nvPr>
            <p:ph type="body"/>
          </p:nvPr>
        </p:nvSpPr>
        <p:spPr>
          <a:xfrm>
            <a:off x="457200" y="274680"/>
            <a:ext cx="6018480" cy="5850000"/>
          </a:xfrm>
          <a:prstGeom prst="rect">
            <a:avLst/>
          </a:prstGeom>
          <a:noFill/>
          <a:ln w="0">
            <a:noFill/>
          </a:ln>
        </p:spPr>
        <p:txBody>
          <a:bodyPr vert="eaVert" lIns="45000" tIns="90000" rIns="45000" bIns="90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69" name="Rectangle 11"/>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 Layout">
    <p:bg>
      <p:bgPr>
        <a:solidFill>
          <a:srgbClr val="FFFFFF"/>
        </a:solidFill>
        <a:effectLst/>
      </p:bgPr>
    </p:bg>
    <p:spTree>
      <p:nvGrpSpPr>
        <p:cNvPr id="1" name=""/>
        <p:cNvGrpSpPr/>
        <p:nvPr/>
      </p:nvGrpSpPr>
      <p:grpSpPr>
        <a:xfrm>
          <a:off x="0" y="0"/>
          <a:ext cx="0" cy="0"/>
          <a:chOff x="0" y="0"/>
          <a:chExt cx="0" cy="0"/>
        </a:xfrm>
      </p:grpSpPr>
      <p:sp>
        <p:nvSpPr>
          <p:cNvPr id="70" name="PlaceHolder 1"/>
          <p:cNvSpPr>
            <a:spLocks noGrp="1"/>
          </p:cNvSpPr>
          <p:nvPr>
            <p:ph type="title"/>
          </p:nvPr>
        </p:nvSpPr>
        <p:spPr>
          <a:xfrm>
            <a:off x="1257480" y="547560"/>
            <a:ext cx="15771960" cy="1987560"/>
          </a:xfrm>
          <a:prstGeom prst="rect">
            <a:avLst/>
          </a:prstGeom>
          <a:noFill/>
          <a:ln w="0">
            <a:noFill/>
          </a:ln>
        </p:spPr>
        <p:txBody>
          <a:bodyPr lIns="90000" tIns="45000" rIns="90000" bIns="45000" anchor="t">
            <a:noAutofit/>
          </a:bodyPr>
          <a:lstStyle/>
          <a:p>
            <a:pPr indent="0" algn="ctr" defTabSz="914400">
              <a:lnSpc>
                <a:spcPct val="100000"/>
              </a:lnSpc>
              <a:buNone/>
              <a:tabLst>
                <a:tab pos="0" algn="l"/>
              </a:tabLst>
            </a:pPr>
            <a:r>
              <a:rPr lang="en-US" sz="4400" b="0" u="none" strike="noStrike">
                <a:solidFill>
                  <a:schemeClr val="dk1"/>
                </a:solidFill>
                <a:effectLst/>
                <a:uFillTx/>
                <a:latin typeface="Calibri"/>
              </a:rP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Title and Content">
    <p:bg>
      <p:bgPr>
        <a:solidFill>
          <a:srgbClr val="FFFFFF"/>
        </a:solidFill>
        <a:effectLst/>
      </p:bgPr>
    </p:bg>
    <p:spTree>
      <p:nvGrpSpPr>
        <p:cNvPr id="1" name=""/>
        <p:cNvGrpSpPr/>
        <p:nvPr/>
      </p:nvGrpSpPr>
      <p:grpSpPr>
        <a:xfrm>
          <a:off x="0" y="0"/>
          <a:ext cx="0" cy="0"/>
          <a:chOff x="0" y="0"/>
          <a:chExt cx="0" cy="0"/>
        </a:xfrm>
      </p:grpSpPr>
      <p:sp>
        <p:nvSpPr>
          <p:cNvPr id="71"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74" name="Picture 11"/>
          <p:cNvPicPr/>
          <p:nvPr/>
        </p:nvPicPr>
        <p:blipFill>
          <a:blip r:embed="rId2"/>
          <a:stretch/>
        </p:blipFill>
        <p:spPr>
          <a:xfrm>
            <a:off x="16459200" y="82080"/>
            <a:ext cx="1578600" cy="1182240"/>
          </a:xfrm>
          <a:prstGeom prst="rect">
            <a:avLst/>
          </a:prstGeom>
          <a:noFill/>
          <a:ln w="0">
            <a:noFill/>
          </a:ln>
        </p:spPr>
      </p:pic>
      <p:sp>
        <p:nvSpPr>
          <p:cNvPr id="75" name="PlaceHolder 1"/>
          <p:cNvSpPr>
            <a:spLocks noGrp="1"/>
          </p:cNvSpPr>
          <p:nvPr>
            <p:ph type="body"/>
          </p:nvPr>
        </p:nvSpPr>
        <p:spPr>
          <a:xfrm>
            <a:off x="457200" y="1600200"/>
            <a:ext cx="8228160" cy="4524480"/>
          </a:xfrm>
          <a:prstGeom prst="rect">
            <a:avLst/>
          </a:prstGeom>
          <a:noFill/>
          <a:ln w="0">
            <a:noFill/>
          </a:ln>
        </p:spPr>
        <p:txBody>
          <a:bodyPr lIns="90000" tIns="45000" rIns="90000" bIns="45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76" name="PlaceHolder 2"/>
          <p:cNvSpPr>
            <a:spLocks noGrp="1"/>
          </p:cNvSpPr>
          <p:nvPr>
            <p:ph type="sldNum" idx="2"/>
          </p:nvPr>
        </p:nvSpPr>
        <p:spPr>
          <a:xfrm>
            <a:off x="17525880" y="9742320"/>
            <a:ext cx="760680" cy="42876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lt1"/>
                </a:solidFill>
                <a:effectLst/>
                <a:uFillTx/>
                <a:latin typeface="Calibri"/>
              </a:defRPr>
            </a:lvl1pPr>
          </a:lstStyle>
          <a:p>
            <a:pPr indent="0" defTabSz="914400">
              <a:lnSpc>
                <a:spcPct val="100000"/>
              </a:lnSpc>
              <a:buNone/>
              <a:tabLst>
                <a:tab pos="0" algn="l"/>
              </a:tabLst>
            </a:pPr>
            <a:fld id="{5049E3B4-8260-408E-AB58-64E0908A91B3}" type="slidenum">
              <a:rPr lang="en-US" sz="1800" b="0" u="none" strike="noStrike">
                <a:solidFill>
                  <a:schemeClr val="lt1"/>
                </a:solidFill>
                <a:effectLst/>
                <a:uFillTx/>
                <a:latin typeface="Calibri"/>
              </a:rPr>
              <a:t>‹#›</a:t>
            </a:fld>
            <a:endParaRPr lang="en-US" sz="1800" b="0" u="none" strike="noStrike">
              <a:solidFill>
                <a:srgbClr val="000000"/>
              </a:solidFill>
              <a:effectLst/>
              <a:uFillTx/>
              <a:latin typeface="Times New Roman"/>
            </a:endParaRPr>
          </a:p>
        </p:txBody>
      </p:sp>
      <p:sp>
        <p:nvSpPr>
          <p:cNvPr id="77" name="Rectangle 17"/>
          <p:cNvSpPr/>
          <p:nvPr/>
        </p:nvSpPr>
        <p:spPr>
          <a:xfrm>
            <a:off x="4712760" y="9725760"/>
            <a:ext cx="6960960" cy="509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
        <p:nvSpPr>
          <p:cNvPr id="78" name="PlaceHolder 3"/>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0" u="none" strike="noStrike">
                <a:solidFill>
                  <a:schemeClr val="lt1"/>
                </a:solidFill>
                <a:effectLst/>
                <a:uFillTx/>
                <a:latin typeface="Arial Black"/>
              </a:rPr>
              <a:t>Click to edit Master title style</a:t>
            </a:r>
            <a:endParaRPr lang="en-US" sz="4400" b="0" u="none" strike="noStrike">
              <a:solidFill>
                <a:schemeClr val="dk1"/>
              </a:solidFill>
              <a:effectLst/>
              <a:uFillTx/>
              <a:latin typeface="Calibri"/>
            </a:endParaRPr>
          </a:p>
        </p:txBody>
      </p:sp>
      <p:sp>
        <p:nvSpPr>
          <p:cNvPr id="79" name="Freeform: Shape 16"/>
          <p:cNvSpPr/>
          <p:nvPr/>
        </p:nvSpPr>
        <p:spPr>
          <a:xfrm rot="19714200">
            <a:off x="1018800" y="-1176120"/>
            <a:ext cx="16162920" cy="13134960"/>
          </a:xfrm>
          <a:custGeom>
            <a:avLst/>
            <a:gdLst>
              <a:gd name="textAreaLeft" fmla="*/ 0 w 16162920"/>
              <a:gd name="textAreaRight" fmla="*/ 16164360 w 16162920"/>
              <a:gd name="textAreaTop" fmla="*/ 0 h 13134960"/>
              <a:gd name="textAreaBottom" fmla="*/ 13136400 h 13134960"/>
              <a:gd name="GluePoint1X" fmla="*/ 16164473 w 16164473"/>
              <a:gd name="GluePoint1Y" fmla="*/ 0 h 13136477"/>
              <a:gd name="GluePoint2X" fmla="*/ 16164473 w 16164473"/>
              <a:gd name="GluePoint2Y" fmla="*/ 13136476 h 13136477"/>
              <a:gd name="GluePoint3X" fmla="*/ 15734567 w 16164473"/>
              <a:gd name="GluePoint3Y" fmla="*/ 13136476 h 13136477"/>
              <a:gd name="GluePoint4X" fmla="*/ 15989625 w 16164473"/>
              <a:gd name="GluePoint4Y" fmla="*/ 12719138 h 13136477"/>
              <a:gd name="GluePoint5X" fmla="*/ 15339436 w 16164473"/>
              <a:gd name="GluePoint5Y" fmla="*/ 12321773 h 13136477"/>
              <a:gd name="GluePoint6X" fmla="*/ 14862598 w 16164473"/>
              <a:gd name="GluePoint6Y" fmla="*/ 13101999 h 13136477"/>
              <a:gd name="GluePoint7X" fmla="*/ 14919011 w 16164473"/>
              <a:gd name="GluePoint7Y" fmla="*/ 13136476 h 13136477"/>
              <a:gd name="GluePoint8X" fmla="*/ 0 w 16164473"/>
              <a:gd name="GluePoint8Y" fmla="*/ 13136477 h 13136477"/>
              <a:gd name="GluePoint9X" fmla="*/ 0 w 16164473"/>
              <a:gd name="GluePoint9Y" fmla="*/ 1339559 h 13136477"/>
              <a:gd name="GluePoint10X" fmla="*/ 444254 w 16164473"/>
              <a:gd name="GluePoint10Y" fmla="*/ 1611066 h 13136477"/>
              <a:gd name="GluePoint11X" fmla="*/ 1397930 w 16164473"/>
              <a:gd name="GluePoint11Y" fmla="*/ 50614 h 13136477"/>
              <a:gd name="GluePoint12X" fmla="*/ 1315114 w 16164473"/>
              <a:gd name="GluePoint12Y" fmla="*/ 1 h 131364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6164473" h="13136477">
                <a:moveTo>
                  <a:pt x="16164473" y="0"/>
                </a:moveTo>
                <a:lnTo>
                  <a:pt x="16164473" y="13136476"/>
                </a:lnTo>
                <a:lnTo>
                  <a:pt x="15734567" y="13136476"/>
                </a:lnTo>
                <a:lnTo>
                  <a:pt x="15989625" y="12719138"/>
                </a:lnTo>
                <a:lnTo>
                  <a:pt x="15339436" y="12321773"/>
                </a:lnTo>
                <a:lnTo>
                  <a:pt x="14862598" y="13101999"/>
                </a:lnTo>
                <a:lnTo>
                  <a:pt x="14919011" y="13136476"/>
                </a:lnTo>
                <a:lnTo>
                  <a:pt x="0" y="13136477"/>
                </a:lnTo>
                <a:lnTo>
                  <a:pt x="0" y="1339559"/>
                </a:lnTo>
                <a:lnTo>
                  <a:pt x="444254" y="1611066"/>
                </a:lnTo>
                <a:lnTo>
                  <a:pt x="1397930" y="50614"/>
                </a:lnTo>
                <a:lnTo>
                  <a:pt x="1315114" y="1"/>
                </a:lnTo>
                <a:close/>
              </a:path>
            </a:pathLst>
          </a:custGeom>
          <a:blipFill rotWithShape="0">
            <a:blip r:embed="rId3">
              <a:alphaModFix amt="6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Default">
    <p:bg>
      <p:bgPr>
        <a:solidFill>
          <a:srgbClr val="FFFFFF"/>
        </a:solidFill>
        <a:effectLst/>
      </p:bgPr>
    </p:bg>
    <p:spTree>
      <p:nvGrpSpPr>
        <p:cNvPr id="1" name=""/>
        <p:cNvGrpSpPr/>
        <p:nvPr/>
      </p:nvGrpSpPr>
      <p:grpSpPr>
        <a:xfrm>
          <a:off x="0" y="0"/>
          <a:ext cx="0" cy="0"/>
          <a:chOff x="0" y="0"/>
          <a:chExt cx="0" cy="0"/>
        </a:xfrm>
      </p:grpSpPr>
      <p:sp>
        <p:nvSpPr>
          <p:cNvPr id="80"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83" name="Picture 11"/>
          <p:cNvPicPr/>
          <p:nvPr/>
        </p:nvPicPr>
        <p:blipFill>
          <a:blip r:embed="rId2"/>
          <a:stretch/>
        </p:blipFill>
        <p:spPr>
          <a:xfrm>
            <a:off x="16459200" y="82080"/>
            <a:ext cx="1578600" cy="1182240"/>
          </a:xfrm>
          <a:prstGeom prst="rect">
            <a:avLst/>
          </a:prstGeom>
          <a:noFill/>
          <a:ln w="0">
            <a:noFill/>
          </a:ln>
        </p:spPr>
      </p:pic>
      <p:sp>
        <p:nvSpPr>
          <p:cNvPr id="84" name="PlaceHolder 1"/>
          <p:cNvSpPr>
            <a:spLocks noGrp="1"/>
          </p:cNvSpPr>
          <p:nvPr>
            <p:ph type="body"/>
          </p:nvPr>
        </p:nvSpPr>
        <p:spPr>
          <a:xfrm>
            <a:off x="457200" y="1600200"/>
            <a:ext cx="8228160" cy="4524480"/>
          </a:xfrm>
          <a:prstGeom prst="rect">
            <a:avLst/>
          </a:prstGeom>
          <a:noFill/>
          <a:ln w="0">
            <a:noFill/>
          </a:ln>
        </p:spPr>
        <p:txBody>
          <a:bodyPr lIns="90000" tIns="45000" rIns="90000" bIns="45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85" name="PlaceHolder 2"/>
          <p:cNvSpPr>
            <a:spLocks noGrp="1"/>
          </p:cNvSpPr>
          <p:nvPr>
            <p:ph type="sldNum" idx="3"/>
          </p:nvPr>
        </p:nvSpPr>
        <p:spPr>
          <a:xfrm>
            <a:off x="17525880" y="9742320"/>
            <a:ext cx="760680" cy="42876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lt1"/>
                </a:solidFill>
                <a:effectLst/>
                <a:uFillTx/>
                <a:latin typeface="Calibri"/>
              </a:defRPr>
            </a:lvl1pPr>
          </a:lstStyle>
          <a:p>
            <a:pPr indent="0" defTabSz="914400">
              <a:lnSpc>
                <a:spcPct val="100000"/>
              </a:lnSpc>
              <a:buNone/>
              <a:tabLst>
                <a:tab pos="0" algn="l"/>
              </a:tabLst>
            </a:pPr>
            <a:fld id="{EAEAE955-1BD7-45ED-969B-3F9E32D1F883}" type="slidenum">
              <a:rPr lang="en-US" sz="1800" b="0" u="none" strike="noStrike">
                <a:solidFill>
                  <a:schemeClr val="lt1"/>
                </a:solidFill>
                <a:effectLst/>
                <a:uFillTx/>
                <a:latin typeface="Calibri"/>
              </a:rPr>
              <a:t>‹#›</a:t>
            </a:fld>
            <a:endParaRPr lang="en-US" sz="1800" b="0" u="none" strike="noStrike">
              <a:solidFill>
                <a:srgbClr val="000000"/>
              </a:solidFill>
              <a:effectLst/>
              <a:uFillTx/>
              <a:latin typeface="Times New Roman"/>
            </a:endParaRPr>
          </a:p>
        </p:txBody>
      </p:sp>
      <p:sp>
        <p:nvSpPr>
          <p:cNvPr id="86" name="Rectangle 17"/>
          <p:cNvSpPr/>
          <p:nvPr/>
        </p:nvSpPr>
        <p:spPr>
          <a:xfrm>
            <a:off x="4712760" y="9725760"/>
            <a:ext cx="6960960" cy="509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
        <p:nvSpPr>
          <p:cNvPr id="87" name="PlaceHolder 3"/>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0" u="none" strike="noStrike">
                <a:solidFill>
                  <a:schemeClr val="lt1"/>
                </a:solidFill>
                <a:effectLst/>
                <a:uFillTx/>
                <a:latin typeface="Arial Black"/>
              </a:rPr>
              <a:t>Click to edit Master title style</a:t>
            </a:r>
            <a:endParaRPr lang="en-US" sz="4400" b="0" u="none" strike="noStrike">
              <a:solidFill>
                <a:schemeClr val="dk1"/>
              </a:solidFill>
              <a:effectLst/>
              <a:uFillTx/>
              <a:latin typeface="Calibri"/>
            </a:endParaRPr>
          </a:p>
        </p:txBody>
      </p:sp>
      <p:sp>
        <p:nvSpPr>
          <p:cNvPr id="88" name="Freeform: Shape 16"/>
          <p:cNvSpPr/>
          <p:nvPr/>
        </p:nvSpPr>
        <p:spPr>
          <a:xfrm rot="19714200">
            <a:off x="1018800" y="-1176120"/>
            <a:ext cx="16162920" cy="13134960"/>
          </a:xfrm>
          <a:custGeom>
            <a:avLst/>
            <a:gdLst>
              <a:gd name="textAreaLeft" fmla="*/ 0 w 16162920"/>
              <a:gd name="textAreaRight" fmla="*/ 16164360 w 16162920"/>
              <a:gd name="textAreaTop" fmla="*/ 0 h 13134960"/>
              <a:gd name="textAreaBottom" fmla="*/ 13136400 h 13134960"/>
              <a:gd name="GluePoint1X" fmla="*/ 16164473 w 16164473"/>
              <a:gd name="GluePoint1Y" fmla="*/ 0 h 13136477"/>
              <a:gd name="GluePoint2X" fmla="*/ 16164473 w 16164473"/>
              <a:gd name="GluePoint2Y" fmla="*/ 13136476 h 13136477"/>
              <a:gd name="GluePoint3X" fmla="*/ 15734567 w 16164473"/>
              <a:gd name="GluePoint3Y" fmla="*/ 13136476 h 13136477"/>
              <a:gd name="GluePoint4X" fmla="*/ 15989625 w 16164473"/>
              <a:gd name="GluePoint4Y" fmla="*/ 12719138 h 13136477"/>
              <a:gd name="GluePoint5X" fmla="*/ 15339436 w 16164473"/>
              <a:gd name="GluePoint5Y" fmla="*/ 12321773 h 13136477"/>
              <a:gd name="GluePoint6X" fmla="*/ 14862598 w 16164473"/>
              <a:gd name="GluePoint6Y" fmla="*/ 13101999 h 13136477"/>
              <a:gd name="GluePoint7X" fmla="*/ 14919011 w 16164473"/>
              <a:gd name="GluePoint7Y" fmla="*/ 13136476 h 13136477"/>
              <a:gd name="GluePoint8X" fmla="*/ 0 w 16164473"/>
              <a:gd name="GluePoint8Y" fmla="*/ 13136477 h 13136477"/>
              <a:gd name="GluePoint9X" fmla="*/ 0 w 16164473"/>
              <a:gd name="GluePoint9Y" fmla="*/ 1339559 h 13136477"/>
              <a:gd name="GluePoint10X" fmla="*/ 444254 w 16164473"/>
              <a:gd name="GluePoint10Y" fmla="*/ 1611066 h 13136477"/>
              <a:gd name="GluePoint11X" fmla="*/ 1397930 w 16164473"/>
              <a:gd name="GluePoint11Y" fmla="*/ 50614 h 13136477"/>
              <a:gd name="GluePoint12X" fmla="*/ 1315114 w 16164473"/>
              <a:gd name="GluePoint12Y" fmla="*/ 1 h 131364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6164473" h="13136477">
                <a:moveTo>
                  <a:pt x="16164473" y="0"/>
                </a:moveTo>
                <a:lnTo>
                  <a:pt x="16164473" y="13136476"/>
                </a:lnTo>
                <a:lnTo>
                  <a:pt x="15734567" y="13136476"/>
                </a:lnTo>
                <a:lnTo>
                  <a:pt x="15989625" y="12719138"/>
                </a:lnTo>
                <a:lnTo>
                  <a:pt x="15339436" y="12321773"/>
                </a:lnTo>
                <a:lnTo>
                  <a:pt x="14862598" y="13101999"/>
                </a:lnTo>
                <a:lnTo>
                  <a:pt x="14919011" y="13136476"/>
                </a:lnTo>
                <a:lnTo>
                  <a:pt x="0" y="13136477"/>
                </a:lnTo>
                <a:lnTo>
                  <a:pt x="0" y="1339559"/>
                </a:lnTo>
                <a:lnTo>
                  <a:pt x="444254" y="1611066"/>
                </a:lnTo>
                <a:lnTo>
                  <a:pt x="1397930" y="50614"/>
                </a:lnTo>
                <a:lnTo>
                  <a:pt x="1315114" y="1"/>
                </a:lnTo>
                <a:close/>
              </a:path>
            </a:pathLst>
          </a:custGeom>
          <a:blipFill rotWithShape="0">
            <a:blip r:embed="rId3">
              <a:alphaModFix amt="6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Default 1">
    <p:bg>
      <p:bgPr>
        <a:solidFill>
          <a:srgbClr val="FFFFFF"/>
        </a:solidFill>
        <a:effectLst/>
      </p:bgPr>
    </p:bg>
    <p:spTree>
      <p:nvGrpSpPr>
        <p:cNvPr id="1" name=""/>
        <p:cNvGrpSpPr/>
        <p:nvPr/>
      </p:nvGrpSpPr>
      <p:grpSpPr>
        <a:xfrm>
          <a:off x="0" y="0"/>
          <a:ext cx="0" cy="0"/>
          <a:chOff x="0" y="0"/>
          <a:chExt cx="0" cy="0"/>
        </a:xfrm>
      </p:grpSpPr>
      <p:sp>
        <p:nvSpPr>
          <p:cNvPr id="89" name="Freeform: Shape 7"/>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Freeform: Shape 8"/>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Freeform: Shape 10"/>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92" name="Picture 11"/>
          <p:cNvPicPr/>
          <p:nvPr/>
        </p:nvPicPr>
        <p:blipFill>
          <a:blip r:embed="rId2"/>
          <a:stretch/>
        </p:blipFill>
        <p:spPr>
          <a:xfrm>
            <a:off x="16459200" y="82080"/>
            <a:ext cx="1578600" cy="1182240"/>
          </a:xfrm>
          <a:prstGeom prst="rect">
            <a:avLst/>
          </a:prstGeom>
          <a:noFill/>
          <a:ln w="0">
            <a:noFill/>
          </a:ln>
        </p:spPr>
      </p:pic>
      <p:sp>
        <p:nvSpPr>
          <p:cNvPr id="93" name="PlaceHolder 1"/>
          <p:cNvSpPr>
            <a:spLocks noGrp="1"/>
          </p:cNvSpPr>
          <p:nvPr>
            <p:ph type="body"/>
          </p:nvPr>
        </p:nvSpPr>
        <p:spPr>
          <a:xfrm>
            <a:off x="457200" y="1600200"/>
            <a:ext cx="8228160" cy="4524480"/>
          </a:xfrm>
          <a:prstGeom prst="rect">
            <a:avLst/>
          </a:prstGeom>
          <a:noFill/>
          <a:ln w="0">
            <a:noFill/>
          </a:ln>
        </p:spPr>
        <p:txBody>
          <a:bodyPr lIns="90000" tIns="45000" rIns="90000" bIns="45000" anchor="t">
            <a:noAutofit/>
          </a:bodyPr>
          <a:lstStyle/>
          <a:p>
            <a:pPr marL="343080" indent="-343080" defTabSz="9144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p>
          <a:p>
            <a:pPr marL="1143000" lvl="2" indent="-22860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p>
          <a:p>
            <a:pPr marL="1600200" lvl="3"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p>
          <a:p>
            <a:pPr marL="2057400" lvl="4"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p>
        </p:txBody>
      </p:sp>
      <p:sp>
        <p:nvSpPr>
          <p:cNvPr id="94" name="PlaceHolder 2"/>
          <p:cNvSpPr>
            <a:spLocks noGrp="1"/>
          </p:cNvSpPr>
          <p:nvPr>
            <p:ph type="sldNum" idx="4"/>
          </p:nvPr>
        </p:nvSpPr>
        <p:spPr>
          <a:xfrm>
            <a:off x="17525880" y="9742320"/>
            <a:ext cx="760680" cy="42876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lt1"/>
                </a:solidFill>
                <a:effectLst/>
                <a:uFillTx/>
                <a:latin typeface="Calibri"/>
              </a:defRPr>
            </a:lvl1pPr>
          </a:lstStyle>
          <a:p>
            <a:pPr indent="0" defTabSz="914400">
              <a:lnSpc>
                <a:spcPct val="100000"/>
              </a:lnSpc>
              <a:buNone/>
              <a:tabLst>
                <a:tab pos="0" algn="l"/>
              </a:tabLst>
            </a:pPr>
            <a:fld id="{F535A430-75FB-4D5D-ACFC-564F74FD68BE}" type="slidenum">
              <a:rPr lang="en-US" sz="1800" b="0" u="none" strike="noStrike">
                <a:solidFill>
                  <a:schemeClr val="lt1"/>
                </a:solidFill>
                <a:effectLst/>
                <a:uFillTx/>
                <a:latin typeface="Calibri"/>
              </a:rPr>
              <a:t>‹#›</a:t>
            </a:fld>
            <a:endParaRPr lang="en-US" sz="1800" b="0" u="none" strike="noStrike">
              <a:solidFill>
                <a:srgbClr val="000000"/>
              </a:solidFill>
              <a:effectLst/>
              <a:uFillTx/>
              <a:latin typeface="Times New Roman"/>
            </a:endParaRPr>
          </a:p>
        </p:txBody>
      </p:sp>
      <p:sp>
        <p:nvSpPr>
          <p:cNvPr id="95" name="Rectangle 17"/>
          <p:cNvSpPr/>
          <p:nvPr/>
        </p:nvSpPr>
        <p:spPr>
          <a:xfrm>
            <a:off x="4712760" y="9725760"/>
            <a:ext cx="6960960" cy="509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
        <p:nvSpPr>
          <p:cNvPr id="96" name="PlaceHolder 3"/>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0" u="none" strike="noStrike">
                <a:solidFill>
                  <a:schemeClr val="lt1"/>
                </a:solidFill>
                <a:effectLst/>
                <a:uFillTx/>
                <a:latin typeface="Arial Black"/>
              </a:rPr>
              <a:t>Click to edit Master title style</a:t>
            </a:r>
            <a:endParaRPr lang="en-US" sz="4400" b="0" u="none" strike="noStrike">
              <a:solidFill>
                <a:schemeClr val="dk1"/>
              </a:solidFill>
              <a:effectLst/>
              <a:uFillTx/>
              <a:latin typeface="Calibri"/>
            </a:endParaRPr>
          </a:p>
        </p:txBody>
      </p:sp>
      <p:sp>
        <p:nvSpPr>
          <p:cNvPr id="97" name="Freeform: Shape 16"/>
          <p:cNvSpPr/>
          <p:nvPr/>
        </p:nvSpPr>
        <p:spPr>
          <a:xfrm rot="19714200">
            <a:off x="1018800" y="-1176120"/>
            <a:ext cx="16162920" cy="13134960"/>
          </a:xfrm>
          <a:custGeom>
            <a:avLst/>
            <a:gdLst>
              <a:gd name="textAreaLeft" fmla="*/ 0 w 16162920"/>
              <a:gd name="textAreaRight" fmla="*/ 16164360 w 16162920"/>
              <a:gd name="textAreaTop" fmla="*/ 0 h 13134960"/>
              <a:gd name="textAreaBottom" fmla="*/ 13136400 h 13134960"/>
              <a:gd name="GluePoint1X" fmla="*/ 16164473 w 16164473"/>
              <a:gd name="GluePoint1Y" fmla="*/ 0 h 13136477"/>
              <a:gd name="GluePoint2X" fmla="*/ 16164473 w 16164473"/>
              <a:gd name="GluePoint2Y" fmla="*/ 13136476 h 13136477"/>
              <a:gd name="GluePoint3X" fmla="*/ 15734567 w 16164473"/>
              <a:gd name="GluePoint3Y" fmla="*/ 13136476 h 13136477"/>
              <a:gd name="GluePoint4X" fmla="*/ 15989625 w 16164473"/>
              <a:gd name="GluePoint4Y" fmla="*/ 12719138 h 13136477"/>
              <a:gd name="GluePoint5X" fmla="*/ 15339436 w 16164473"/>
              <a:gd name="GluePoint5Y" fmla="*/ 12321773 h 13136477"/>
              <a:gd name="GluePoint6X" fmla="*/ 14862598 w 16164473"/>
              <a:gd name="GluePoint6Y" fmla="*/ 13101999 h 13136477"/>
              <a:gd name="GluePoint7X" fmla="*/ 14919011 w 16164473"/>
              <a:gd name="GluePoint7Y" fmla="*/ 13136476 h 13136477"/>
              <a:gd name="GluePoint8X" fmla="*/ 0 w 16164473"/>
              <a:gd name="GluePoint8Y" fmla="*/ 13136477 h 13136477"/>
              <a:gd name="GluePoint9X" fmla="*/ 0 w 16164473"/>
              <a:gd name="GluePoint9Y" fmla="*/ 1339559 h 13136477"/>
              <a:gd name="GluePoint10X" fmla="*/ 444254 w 16164473"/>
              <a:gd name="GluePoint10Y" fmla="*/ 1611066 h 13136477"/>
              <a:gd name="GluePoint11X" fmla="*/ 1397930 w 16164473"/>
              <a:gd name="GluePoint11Y" fmla="*/ 50614 h 13136477"/>
              <a:gd name="GluePoint12X" fmla="*/ 1315114 w 16164473"/>
              <a:gd name="GluePoint12Y" fmla="*/ 1 h 1313647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Lst>
            <a:rect l="textAreaLeft" t="textAreaTop" r="textAreaRight" b="textAreaBottom"/>
            <a:pathLst>
              <a:path w="16164473" h="13136477">
                <a:moveTo>
                  <a:pt x="16164473" y="0"/>
                </a:moveTo>
                <a:lnTo>
                  <a:pt x="16164473" y="13136476"/>
                </a:lnTo>
                <a:lnTo>
                  <a:pt x="15734567" y="13136476"/>
                </a:lnTo>
                <a:lnTo>
                  <a:pt x="15989625" y="12719138"/>
                </a:lnTo>
                <a:lnTo>
                  <a:pt x="15339436" y="12321773"/>
                </a:lnTo>
                <a:lnTo>
                  <a:pt x="14862598" y="13101999"/>
                </a:lnTo>
                <a:lnTo>
                  <a:pt x="14919011" y="13136476"/>
                </a:lnTo>
                <a:lnTo>
                  <a:pt x="0" y="13136477"/>
                </a:lnTo>
                <a:lnTo>
                  <a:pt x="0" y="1339559"/>
                </a:lnTo>
                <a:lnTo>
                  <a:pt x="444254" y="1611066"/>
                </a:lnTo>
                <a:lnTo>
                  <a:pt x="1397930" y="50614"/>
                </a:lnTo>
                <a:lnTo>
                  <a:pt x="1315114" y="1"/>
                </a:lnTo>
                <a:close/>
              </a:path>
            </a:pathLst>
          </a:custGeom>
          <a:blipFill rotWithShape="0">
            <a:blip r:embed="rId3">
              <a:alphaModFix amt="6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grpSp>
        <p:nvGrpSpPr>
          <p:cNvPr id="98" name="Group 13"/>
          <p:cNvGrpSpPr/>
          <p:nvPr/>
        </p:nvGrpSpPr>
        <p:grpSpPr>
          <a:xfrm>
            <a:off x="0" y="82080"/>
            <a:ext cx="18285480" cy="10203480"/>
            <a:chOff x="0" y="82080"/>
            <a:chExt cx="18285480" cy="10203480"/>
          </a:xfrm>
        </p:grpSpPr>
        <p:sp>
          <p:nvSpPr>
            <p:cNvPr id="99" name="Freeform: Shape 14"/>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Freeform: Shape 15"/>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Freeform: Shape 16"/>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102" name="Picture 17"/>
            <p:cNvPicPr/>
            <p:nvPr/>
          </p:nvPicPr>
          <p:blipFill>
            <a:blip r:embed="rId2"/>
            <a:stretch/>
          </p:blipFill>
          <p:spPr>
            <a:xfrm>
              <a:off x="16459200" y="82080"/>
              <a:ext cx="1578600" cy="1182240"/>
            </a:xfrm>
            <a:prstGeom prst="rect">
              <a:avLst/>
            </a:prstGeom>
            <a:noFill/>
            <a:ln w="0">
              <a:noFill/>
            </a:ln>
          </p:spPr>
        </p:pic>
      </p:grpSp>
      <p:sp>
        <p:nvSpPr>
          <p:cNvPr id="103" name="PlaceHolder 1"/>
          <p:cNvSpPr>
            <a:spLocks noGrp="1"/>
          </p:cNvSpPr>
          <p:nvPr>
            <p:ph type="title"/>
          </p:nvPr>
        </p:nvSpPr>
        <p:spPr>
          <a:xfrm>
            <a:off x="722160" y="4406760"/>
            <a:ext cx="13906800" cy="136080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000" b="0" u="none" strike="noStrike">
                <a:solidFill>
                  <a:srgbClr val="233674"/>
                </a:solidFill>
                <a:effectLst/>
                <a:uFillTx/>
                <a:latin typeface="Arial Black"/>
              </a:rPr>
              <a:t>Click to edit Master title style</a:t>
            </a:r>
            <a:endParaRPr lang="en-US" sz="4000" b="0" u="none" strike="noStrike">
              <a:solidFill>
                <a:schemeClr val="dk1"/>
              </a:solidFill>
              <a:effectLst/>
              <a:uFillTx/>
              <a:latin typeface="Calibri"/>
            </a:endParaRPr>
          </a:p>
        </p:txBody>
      </p:sp>
      <p:sp>
        <p:nvSpPr>
          <p:cNvPr id="104" name="PlaceHolder 2"/>
          <p:cNvSpPr>
            <a:spLocks noGrp="1"/>
          </p:cNvSpPr>
          <p:nvPr>
            <p:ph type="body"/>
          </p:nvPr>
        </p:nvSpPr>
        <p:spPr>
          <a:xfrm>
            <a:off x="722160" y="2906640"/>
            <a:ext cx="7770960" cy="1498680"/>
          </a:xfrm>
          <a:prstGeom prst="rect">
            <a:avLst/>
          </a:prstGeom>
          <a:noFill/>
          <a:ln w="0">
            <a:noFill/>
          </a:ln>
        </p:spPr>
        <p:txBody>
          <a:bodyPr lIns="90000" tIns="45000" rIns="90000" bIns="45000" anchor="b">
            <a:noAutofit/>
          </a:bodyPr>
          <a:lstStyle/>
          <a:p>
            <a:pPr marL="228600" indent="0"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solidFill>
              <a:effectLst/>
              <a:uFillTx/>
              <a:latin typeface="Calibri"/>
            </a:endParaRPr>
          </a:p>
        </p:txBody>
      </p:sp>
      <p:sp>
        <p:nvSpPr>
          <p:cNvPr id="105" name="Rectangle 18"/>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grpSp>
        <p:nvGrpSpPr>
          <p:cNvPr id="106" name="Group 14"/>
          <p:cNvGrpSpPr/>
          <p:nvPr/>
        </p:nvGrpSpPr>
        <p:grpSpPr>
          <a:xfrm>
            <a:off x="0" y="82080"/>
            <a:ext cx="18285480" cy="10203480"/>
            <a:chOff x="0" y="82080"/>
            <a:chExt cx="18285480" cy="10203480"/>
          </a:xfrm>
        </p:grpSpPr>
        <p:sp>
          <p:nvSpPr>
            <p:cNvPr id="107" name="Freeform: Shape 15"/>
            <p:cNvSpPr/>
            <p:nvPr/>
          </p:nvSpPr>
          <p:spPr>
            <a:xfrm>
              <a:off x="0" y="9590040"/>
              <a:ext cx="17295840" cy="695520"/>
            </a:xfrm>
            <a:custGeom>
              <a:avLst/>
              <a:gdLst>
                <a:gd name="textAreaLeft" fmla="*/ 0 w 17295840"/>
                <a:gd name="textAreaRight" fmla="*/ 17297280 w 17295840"/>
                <a:gd name="textAreaTop" fmla="*/ 0 h 695520"/>
                <a:gd name="textAreaBottom" fmla="*/ 696960 h 69552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233674"/>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Freeform: Shape 16"/>
            <p:cNvSpPr/>
            <p:nvPr/>
          </p:nvSpPr>
          <p:spPr>
            <a:xfrm flipH="1" flipV="1">
              <a:off x="16762680" y="9588600"/>
              <a:ext cx="1522440" cy="695520"/>
            </a:xfrm>
            <a:custGeom>
              <a:avLst/>
              <a:gdLst>
                <a:gd name="textAreaLeft" fmla="*/ 720 w 1522440"/>
                <a:gd name="textAreaRight" fmla="*/ 1524600 w 1522440"/>
                <a:gd name="textAreaTop" fmla="*/ -720 h 695520"/>
                <a:gd name="textAreaBottom" fmla="*/ 696240 h 695520"/>
                <a:gd name="GluePoint1X" fmla="*/ 1356684 w 1524000"/>
                <a:gd name="GluePoint1Y" fmla="*/ 1085254 h 1085254"/>
                <a:gd name="GluePoint2X" fmla="*/ 0 w 1524000"/>
                <a:gd name="GluePoint2Y" fmla="*/ 1085254 h 1085254"/>
                <a:gd name="GluePoint3X" fmla="*/ 0 w 1524000"/>
                <a:gd name="GluePoint3Y" fmla="*/ 0 h 1085254"/>
                <a:gd name="GluePoint4X" fmla="*/ 540552 w 1524000"/>
                <a:gd name="GluePoint4Y" fmla="*/ 0 h 1085254"/>
                <a:gd name="GluePoint5X" fmla="*/ 846096 w 1524000"/>
                <a:gd name="GluePoint5Y" fmla="*/ 97616 h 1085254"/>
                <a:gd name="GluePoint6X" fmla="*/ 1515412 w 1524000"/>
                <a:gd name="GluePoint6Y" fmla="*/ 987638 h 1085254"/>
                <a:gd name="GluePoint7X" fmla="*/ 1492414 w 1524000"/>
                <a:gd name="GluePoint7Y" fmla="*/ 1054455 h 1085254"/>
                <a:gd name="GluePoint8X" fmla="*/ 1356684 w 1524000"/>
                <a:gd name="GluePoint8Y" fmla="*/ 1085254 h 10852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524000" h="1085254">
                  <a:moveTo>
                    <a:pt x="1356684" y="1085254"/>
                  </a:moveTo>
                  <a:lnTo>
                    <a:pt x="0" y="1085254"/>
                  </a:lnTo>
                  <a:lnTo>
                    <a:pt x="0" y="0"/>
                  </a:lnTo>
                  <a:lnTo>
                    <a:pt x="540552" y="0"/>
                  </a:lnTo>
                  <a:cubicBezTo>
                    <a:pt x="679182" y="0"/>
                    <a:pt x="802260" y="39321"/>
                    <a:pt x="846096" y="97616"/>
                  </a:cubicBezTo>
                  <a:lnTo>
                    <a:pt x="1515412" y="987638"/>
                  </a:lnTo>
                  <a:cubicBezTo>
                    <a:pt x="1532422" y="1010255"/>
                    <a:pt x="1523862" y="1035116"/>
                    <a:pt x="1492414" y="1054455"/>
                  </a:cubicBezTo>
                  <a:cubicBezTo>
                    <a:pt x="1460970" y="1073794"/>
                    <a:pt x="1410464" y="1085254"/>
                    <a:pt x="1356684" y="1085254"/>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Freeform: Shape 17"/>
            <p:cNvSpPr/>
            <p:nvPr/>
          </p:nvSpPr>
          <p:spPr>
            <a:xfrm>
              <a:off x="0" y="159480"/>
              <a:ext cx="15695640" cy="1027440"/>
            </a:xfrm>
            <a:custGeom>
              <a:avLst/>
              <a:gdLst>
                <a:gd name="textAreaLeft" fmla="*/ 0 w 15695640"/>
                <a:gd name="textAreaRight" fmla="*/ 15697080 w 15695640"/>
                <a:gd name="textAreaTop" fmla="*/ 0 h 1027440"/>
                <a:gd name="textAreaBottom" fmla="*/ 1028880 h 1027440"/>
                <a:gd name="GluePoint1X" fmla="*/ 123575 w 15697202"/>
                <a:gd name="GluePoint1Y" fmla="*/ 0 h 1028700"/>
                <a:gd name="GluePoint2X" fmla="*/ 15085814 w 15697202"/>
                <a:gd name="GluePoint2Y" fmla="*/ 0 h 1028700"/>
                <a:gd name="GluePoint3X" fmla="*/ 15697202 w 15697202"/>
                <a:gd name="GluePoint3Y" fmla="*/ 497643 h 1028700"/>
                <a:gd name="GluePoint4X" fmla="*/ 15697202 w 15697202"/>
                <a:gd name="GluePoint4Y" fmla="*/ 531063 h 1028700"/>
                <a:gd name="GluePoint5X" fmla="*/ 15085814 w 15697202"/>
                <a:gd name="GluePoint5Y" fmla="*/ 1028700 h 1028700"/>
                <a:gd name="GluePoint6X" fmla="*/ 123575 w 15697202"/>
                <a:gd name="GluePoint6Y" fmla="*/ 1028700 h 1028700"/>
                <a:gd name="GluePoint7X" fmla="*/ 357 w 15697202"/>
                <a:gd name="GluePoint7Y" fmla="*/ 1018590 h 1028700"/>
                <a:gd name="GluePoint8X" fmla="*/ 0 w 15697202"/>
                <a:gd name="GluePoint8Y" fmla="*/ 1018500 h 1028700"/>
                <a:gd name="GluePoint9X" fmla="*/ 0 w 15697202"/>
                <a:gd name="GluePoint9Y" fmla="*/ 10200 h 1028700"/>
                <a:gd name="GluePoint10X" fmla="*/ 357 w 15697202"/>
                <a:gd name="GluePoint10Y" fmla="*/ 10110 h 1028700"/>
                <a:gd name="GluePoint11X" fmla="*/ 123575 w 15697202"/>
                <a:gd name="GluePoint11Y" fmla="*/ 0 h 1028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Lst>
              <a:rect l="textAreaLeft" t="textAreaTop" r="textAreaRight" b="textAreaBottom"/>
              <a:pathLst>
                <a:path w="15697202" h="1028700">
                  <a:moveTo>
                    <a:pt x="123575" y="0"/>
                  </a:moveTo>
                  <a:lnTo>
                    <a:pt x="15085814" y="0"/>
                  </a:lnTo>
                  <a:cubicBezTo>
                    <a:pt x="15423473" y="0"/>
                    <a:pt x="15697202" y="222801"/>
                    <a:pt x="15697202" y="497643"/>
                  </a:cubicBezTo>
                  <a:lnTo>
                    <a:pt x="15697202" y="531063"/>
                  </a:lnTo>
                  <a:cubicBezTo>
                    <a:pt x="15697202" y="805899"/>
                    <a:pt x="15423473" y="1028700"/>
                    <a:pt x="15085814" y="1028700"/>
                  </a:cubicBezTo>
                  <a:lnTo>
                    <a:pt x="123575" y="1028700"/>
                  </a:lnTo>
                  <a:cubicBezTo>
                    <a:pt x="81367" y="1028700"/>
                    <a:pt x="40158" y="1025219"/>
                    <a:pt x="357" y="1018590"/>
                  </a:cubicBezTo>
                  <a:lnTo>
                    <a:pt x="0" y="1018500"/>
                  </a:lnTo>
                  <a:lnTo>
                    <a:pt x="0" y="10200"/>
                  </a:lnTo>
                  <a:lnTo>
                    <a:pt x="357" y="10110"/>
                  </a:lnTo>
                  <a:cubicBezTo>
                    <a:pt x="40158" y="3481"/>
                    <a:pt x="81367" y="0"/>
                    <a:pt x="123575" y="0"/>
                  </a:cubicBez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110" name="Picture 18"/>
            <p:cNvPicPr/>
            <p:nvPr/>
          </p:nvPicPr>
          <p:blipFill>
            <a:blip r:embed="rId2"/>
            <a:stretch/>
          </p:blipFill>
          <p:spPr>
            <a:xfrm>
              <a:off x="16459200" y="82080"/>
              <a:ext cx="1578600" cy="1182240"/>
            </a:xfrm>
            <a:prstGeom prst="rect">
              <a:avLst/>
            </a:prstGeom>
            <a:noFill/>
            <a:ln w="0">
              <a:noFill/>
            </a:ln>
          </p:spPr>
        </p:pic>
      </p:grpSp>
      <p:sp>
        <p:nvSpPr>
          <p:cNvPr id="111" name="PlaceHolder 1"/>
          <p:cNvSpPr>
            <a:spLocks noGrp="1"/>
          </p:cNvSpPr>
          <p:nvPr>
            <p:ph type="title"/>
          </p:nvPr>
        </p:nvSpPr>
        <p:spPr>
          <a:xfrm>
            <a:off x="457200" y="274680"/>
            <a:ext cx="14400360" cy="114156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000" b="0" u="none" strike="noStrike">
                <a:solidFill>
                  <a:schemeClr val="lt1"/>
                </a:solidFill>
                <a:effectLst/>
                <a:uFillTx/>
                <a:latin typeface="Arial Black"/>
              </a:rPr>
              <a:t>Click to edit Master title style</a:t>
            </a:r>
            <a:endParaRPr lang="en-US" sz="4000" b="0" u="none" strike="noStrike">
              <a:solidFill>
                <a:schemeClr val="dk1"/>
              </a:solidFill>
              <a:effectLst/>
              <a:uFillTx/>
              <a:latin typeface="Calibri"/>
            </a:endParaRPr>
          </a:p>
        </p:txBody>
      </p:sp>
      <p:sp>
        <p:nvSpPr>
          <p:cNvPr id="112" name="PlaceHolder 2"/>
          <p:cNvSpPr>
            <a:spLocks noGrp="1"/>
          </p:cNvSpPr>
          <p:nvPr>
            <p:ph type="body"/>
          </p:nvPr>
        </p:nvSpPr>
        <p:spPr>
          <a:xfrm>
            <a:off x="457200" y="1600200"/>
            <a:ext cx="4037040" cy="4524480"/>
          </a:xfrm>
          <a:prstGeom prst="rect">
            <a:avLst/>
          </a:prstGeom>
          <a:noFill/>
          <a:ln w="0">
            <a:noFill/>
          </a:ln>
        </p:spPr>
        <p:txBody>
          <a:bodyPr lIns="90000" tIns="45000" rIns="90000" bIns="45000" anchor="t">
            <a:noAutofit/>
          </a:bodyPr>
          <a:lstStyle/>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113" name="PlaceHolder 3"/>
          <p:cNvSpPr>
            <a:spLocks noGrp="1"/>
          </p:cNvSpPr>
          <p:nvPr>
            <p:ph type="body"/>
          </p:nvPr>
        </p:nvSpPr>
        <p:spPr>
          <a:xfrm>
            <a:off x="4648320" y="1600200"/>
            <a:ext cx="4037040" cy="4524480"/>
          </a:xfrm>
          <a:prstGeom prst="rect">
            <a:avLst/>
          </a:prstGeom>
          <a:noFill/>
          <a:ln w="0">
            <a:noFill/>
          </a:ln>
        </p:spPr>
        <p:txBody>
          <a:bodyPr lIns="90000" tIns="45000" rIns="90000" bIns="45000" anchor="t">
            <a:noAutofit/>
          </a:bodyPr>
          <a:lstStyle/>
          <a:p>
            <a:pPr marL="343080" indent="-343080" defTabSz="9144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p>
          <a:p>
            <a:pPr marL="1143000" lvl="2" indent="-228600" defTabSz="9144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p>
          <a:p>
            <a:pPr marL="1600200" lvl="3"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p>
          <a:p>
            <a:pPr marL="2057400" lvl="4" indent="-228600" defTabSz="9144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p>
        </p:txBody>
      </p:sp>
      <p:sp>
        <p:nvSpPr>
          <p:cNvPr id="114" name="PlaceHolder 4"/>
          <p:cNvSpPr>
            <a:spLocks noGrp="1"/>
          </p:cNvSpPr>
          <p:nvPr>
            <p:ph type="sldNum" idx="5"/>
          </p:nvPr>
        </p:nvSpPr>
        <p:spPr>
          <a:xfrm>
            <a:off x="17449920" y="9715680"/>
            <a:ext cx="760680" cy="41652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lt1"/>
                </a:solidFill>
                <a:effectLst/>
                <a:uFillTx/>
                <a:latin typeface="Calibri"/>
              </a:defRPr>
            </a:lvl1pPr>
          </a:lstStyle>
          <a:p>
            <a:pPr indent="0" defTabSz="914400">
              <a:lnSpc>
                <a:spcPct val="100000"/>
              </a:lnSpc>
              <a:buNone/>
              <a:tabLst>
                <a:tab pos="0" algn="l"/>
              </a:tabLst>
            </a:pPr>
            <a:fld id="{1A35EFF2-184A-4361-B87E-0685D564F688}" type="slidenum">
              <a:rPr lang="en-US" sz="1800" b="0" u="none" strike="noStrike">
                <a:solidFill>
                  <a:schemeClr val="lt1"/>
                </a:solidFill>
                <a:effectLst/>
                <a:uFillTx/>
                <a:latin typeface="Calibri"/>
              </a:rPr>
              <a:t>‹#›</a:t>
            </a:fld>
            <a:endParaRPr lang="en-US" sz="1800" b="0" u="none" strike="noStrike">
              <a:solidFill>
                <a:srgbClr val="000000"/>
              </a:solidFill>
              <a:effectLst/>
              <a:uFillTx/>
              <a:latin typeface="Times New Roman"/>
            </a:endParaRPr>
          </a:p>
        </p:txBody>
      </p:sp>
      <p:sp>
        <p:nvSpPr>
          <p:cNvPr id="115" name="Rectangle 19"/>
          <p:cNvSpPr/>
          <p:nvPr/>
        </p:nvSpPr>
        <p:spPr>
          <a:xfrm>
            <a:off x="4712760" y="9725760"/>
            <a:ext cx="8861040" cy="5216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en-US" sz="2800" b="0" u="none" strike="noStrike">
                <a:solidFill>
                  <a:schemeClr val="lt1"/>
                </a:solidFill>
                <a:effectLst/>
                <a:uFillTx/>
                <a:latin typeface="Arial Black"/>
              </a:rPr>
              <a:t>We are Working Towards Ultimate Success! </a:t>
            </a:r>
            <a:endParaRPr lang="en-US" sz="2800" b="0" u="none" strike="noStrike">
              <a:solidFill>
                <a:srgbClr val="000000"/>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Title Slide">
    <p:bg>
      <p:bgPr>
        <a:solidFill>
          <a:srgbClr val="FFFFFF"/>
        </a:solidFill>
        <a:effectLst/>
      </p:bgPr>
    </p:bg>
    <p:spTree>
      <p:nvGrpSpPr>
        <p:cNvPr id="1" name=""/>
        <p:cNvGrpSpPr/>
        <p:nvPr/>
      </p:nvGrpSpPr>
      <p:grpSpPr>
        <a:xfrm>
          <a:off x="0" y="0"/>
          <a:ext cx="0" cy="0"/>
          <a:chOff x="0" y="0"/>
          <a:chExt cx="0" cy="0"/>
        </a:xfrm>
      </p:grpSpPr>
      <p:sp>
        <p:nvSpPr>
          <p:cNvPr id="116" name="PlaceHolder 1"/>
          <p:cNvSpPr>
            <a:spLocks noGrp="1"/>
          </p:cNvSpPr>
          <p:nvPr>
            <p:ph type="title"/>
          </p:nvPr>
        </p:nvSpPr>
        <p:spPr>
          <a:xfrm>
            <a:off x="467640" y="2260080"/>
            <a:ext cx="9218880" cy="1468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8000" b="1" u="none" strike="noStrike">
                <a:solidFill>
                  <a:srgbClr val="233674"/>
                </a:solidFill>
                <a:effectLst/>
                <a:uFillTx/>
                <a:latin typeface="Arial Black"/>
              </a:rPr>
              <a:t>AMG HOLDINGS</a:t>
            </a:r>
            <a:endParaRPr lang="en-US" sz="8000" b="0" u="none" strike="noStrike">
              <a:solidFill>
                <a:schemeClr val="dk1"/>
              </a:solidFill>
              <a:effectLst/>
              <a:uFillTx/>
              <a:latin typeface="Calibri"/>
            </a:endParaRPr>
          </a:p>
        </p:txBody>
      </p:sp>
      <p:sp>
        <p:nvSpPr>
          <p:cNvPr id="117" name="PlaceHolder 2"/>
          <p:cNvSpPr>
            <a:spLocks noGrp="1"/>
          </p:cNvSpPr>
          <p:nvPr>
            <p:ph type="dt" idx="6"/>
          </p:nvPr>
        </p:nvSpPr>
        <p:spPr>
          <a:xfrm>
            <a:off x="1643400" y="8159760"/>
            <a:ext cx="2132280" cy="363600"/>
          </a:xfrm>
          <a:prstGeom prst="rect">
            <a:avLst/>
          </a:prstGeom>
          <a:noFill/>
          <a:ln w="0">
            <a:noFill/>
          </a:ln>
        </p:spPr>
        <p:txBody>
          <a:bodyPr lIns="90000" tIns="45000" rIns="90000" bIns="45000" anchor="t">
            <a:noAutofit/>
          </a:bodyPr>
          <a:lstStyle>
            <a:lvl1pPr indent="0" defTabSz="914400">
              <a:lnSpc>
                <a:spcPct val="100000"/>
              </a:lnSpc>
              <a:buNone/>
              <a:tabLst>
                <a:tab pos="0" algn="l"/>
              </a:tabLst>
              <a:defRPr lang="en-US" sz="1800" b="0" u="none" strike="noStrike">
                <a:solidFill>
                  <a:schemeClr val="dk1"/>
                </a:solidFill>
                <a:effectLst/>
                <a:uFillTx/>
                <a:latin typeface="Calibri"/>
              </a:defRPr>
            </a:lvl1pPr>
          </a:lstStyle>
          <a:p>
            <a:pPr indent="0" defTabSz="914400">
              <a:lnSpc>
                <a:spcPct val="100000"/>
              </a:lnSpc>
              <a:buNone/>
              <a:tabLst>
                <a:tab pos="0" algn="l"/>
              </a:tabLst>
            </a:pPr>
            <a:r>
              <a:rPr lang="en-US" sz="1800" b="0" u="none" strike="noStrike">
                <a:solidFill>
                  <a:schemeClr val="dk1"/>
                </a:solidFill>
                <a:effectLst/>
                <a:uFillTx/>
                <a:latin typeface="Calibri"/>
              </a:rPr>
              <a:t>&lt;date/time&gt;</a:t>
            </a:r>
            <a:endParaRPr lang="en-US" sz="1800" b="0" u="none" strike="noStrike">
              <a:solidFill>
                <a:srgbClr val="000000"/>
              </a:solidFill>
              <a:effectLst/>
              <a:uFillTx/>
              <a:latin typeface="Times New Roman"/>
            </a:endParaRPr>
          </a:p>
        </p:txBody>
      </p:sp>
      <p:sp>
        <p:nvSpPr>
          <p:cNvPr id="118" name="Freeform 35"/>
          <p:cNvSpPr/>
          <p:nvPr/>
        </p:nvSpPr>
        <p:spPr>
          <a:xfrm>
            <a:off x="757800" y="7784280"/>
            <a:ext cx="778320" cy="815040"/>
          </a:xfrm>
          <a:custGeom>
            <a:avLst/>
            <a:gdLst>
              <a:gd name="textAreaLeft" fmla="*/ 0 w 778320"/>
              <a:gd name="textAreaRight" fmla="*/ 779760 w 778320"/>
              <a:gd name="textAreaTop" fmla="*/ 0 h 815040"/>
              <a:gd name="textAreaBottom" fmla="*/ 816480 h 815040"/>
            </a:gdLst>
            <a:ahLst/>
            <a:cxnLst/>
            <a:rect l="textAreaLeft" t="textAreaTop" r="textAreaRight" b="textAreaBottom"/>
            <a:pathLst>
              <a:path w="779852" h="816598">
                <a:moveTo>
                  <a:pt x="0" y="0"/>
                </a:moveTo>
                <a:lnTo>
                  <a:pt x="779851" y="0"/>
                </a:lnTo>
                <a:lnTo>
                  <a:pt x="779851" y="816599"/>
                </a:lnTo>
                <a:lnTo>
                  <a:pt x="0" y="816599"/>
                </a:lnTo>
                <a:lnTo>
                  <a:pt x="0" y="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119" name="Freeform 34"/>
          <p:cNvSpPr/>
          <p:nvPr/>
        </p:nvSpPr>
        <p:spPr>
          <a:xfrm>
            <a:off x="8829720" y="304920"/>
            <a:ext cx="1393560" cy="614160"/>
          </a:xfrm>
          <a:custGeom>
            <a:avLst/>
            <a:gdLst>
              <a:gd name="textAreaLeft" fmla="*/ 0 w 1393560"/>
              <a:gd name="textAreaRight" fmla="*/ 1395000 w 1393560"/>
              <a:gd name="textAreaTop" fmla="*/ 0 h 614160"/>
              <a:gd name="textAreaBottom" fmla="*/ 615600 h 614160"/>
            </a:gdLst>
            <a:ahLst/>
            <a:cxnLst/>
            <a:rect l="textAreaLeft" t="textAreaTop" r="textAreaRight" b="textAreaBottom"/>
            <a:pathLst>
              <a:path w="1394949" h="615521">
                <a:moveTo>
                  <a:pt x="0" y="0"/>
                </a:moveTo>
                <a:lnTo>
                  <a:pt x="1394949" y="0"/>
                </a:lnTo>
                <a:lnTo>
                  <a:pt x="1394949" y="615521"/>
                </a:lnTo>
                <a:lnTo>
                  <a:pt x="0" y="615521"/>
                </a:lnTo>
                <a:lnTo>
                  <a:pt x="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sp>
        <p:nvSpPr>
          <p:cNvPr id="120" name="Freeform: Shape 38"/>
          <p:cNvSpPr/>
          <p:nvPr/>
        </p:nvSpPr>
        <p:spPr>
          <a:xfrm rot="8212800">
            <a:off x="-657360" y="-192600"/>
            <a:ext cx="1965960" cy="1084320"/>
          </a:xfrm>
          <a:custGeom>
            <a:avLst/>
            <a:gdLst>
              <a:gd name="textAreaLeft" fmla="*/ 0 w 1965960"/>
              <a:gd name="textAreaRight" fmla="*/ 1967400 w 1965960"/>
              <a:gd name="textAreaTop" fmla="*/ 0 h 1084320"/>
              <a:gd name="textAreaBottom" fmla="*/ 1085760 h 1084320"/>
              <a:gd name="GluePoint1X" fmla="*/ 0 w 1967439"/>
              <a:gd name="GluePoint1Y" fmla="*/ 99555 h 1085805"/>
              <a:gd name="GluePoint2X" fmla="*/ 0 w 1967439"/>
              <a:gd name="GluePoint2Y" fmla="*/ 0 h 1085805"/>
              <a:gd name="GluePoint3X" fmla="*/ 1967439 w 1967439"/>
              <a:gd name="GluePoint3Y" fmla="*/ 0 h 1085805"/>
              <a:gd name="GluePoint4X" fmla="*/ 1967439 w 1967439"/>
              <a:gd name="GluePoint4Y" fmla="*/ 681133 h 1085805"/>
              <a:gd name="GluePoint5X" fmla="*/ 1610899 w 1967439"/>
              <a:gd name="GluePoint5Y" fmla="*/ 347241 h 1085805"/>
              <a:gd name="GluePoint6X" fmla="*/ 981811 w 1967439"/>
              <a:gd name="GluePoint6Y" fmla="*/ 1019000 h 1085805"/>
              <a:gd name="GluePoint7X" fmla="*/ 1053147 w 1967439"/>
              <a:gd name="GluePoint7Y" fmla="*/ 1085805 h 1085805"/>
              <a:gd name="GluePoint8X" fmla="*/ 1053147 w 1967439"/>
              <a:gd name="GluePoint8Y" fmla="*/ 1085805 h 108580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967439" h="1085805">
                <a:moveTo>
                  <a:pt x="0" y="99555"/>
                </a:moveTo>
                <a:lnTo>
                  <a:pt x="0" y="0"/>
                </a:lnTo>
                <a:lnTo>
                  <a:pt x="1967439" y="0"/>
                </a:lnTo>
                <a:lnTo>
                  <a:pt x="1967439" y="681133"/>
                </a:lnTo>
                <a:lnTo>
                  <a:pt x="1610899" y="347241"/>
                </a:lnTo>
                <a:lnTo>
                  <a:pt x="981811" y="1019000"/>
                </a:lnTo>
                <a:lnTo>
                  <a:pt x="1053147" y="1085805"/>
                </a:lnTo>
                <a:lnTo>
                  <a:pt x="1053147" y="1085805"/>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rgbClr val="000000"/>
              </a:solidFill>
              <a:effectLst/>
              <a:uFillTx/>
              <a:latin typeface="Arial"/>
            </a:endParaRPr>
          </a:p>
        </p:txBody>
      </p:sp>
      <p:pic>
        <p:nvPicPr>
          <p:cNvPr id="121" name="Picture 30"/>
          <p:cNvPicPr/>
          <p:nvPr/>
        </p:nvPicPr>
        <p:blipFill>
          <a:blip r:embed="rId5"/>
          <a:stretch/>
        </p:blipFill>
        <p:spPr>
          <a:xfrm>
            <a:off x="11658600" y="19080"/>
            <a:ext cx="6627960" cy="10285560"/>
          </a:xfrm>
          <a:prstGeom prst="rect">
            <a:avLst/>
          </a:prstGeom>
          <a:noFill/>
          <a:ln w="0">
            <a:noFill/>
          </a:ln>
        </p:spPr>
      </p:pic>
      <p:sp>
        <p:nvSpPr>
          <p:cNvPr id="122" name="Freeform 4"/>
          <p:cNvSpPr/>
          <p:nvPr/>
        </p:nvSpPr>
        <p:spPr>
          <a:xfrm rot="16200000" flipH="1" flipV="1">
            <a:off x="6061680" y="3624480"/>
            <a:ext cx="10285560" cy="3036240"/>
          </a:xfrm>
          <a:custGeom>
            <a:avLst/>
            <a:gdLst>
              <a:gd name="textAreaLeft" fmla="*/ 720 w 10285560"/>
              <a:gd name="textAreaRight" fmla="*/ 10287720 w 10285560"/>
              <a:gd name="textAreaTop" fmla="*/ -720 h 3036240"/>
              <a:gd name="textAreaBottom" fmla="*/ 3036960 h 3036240"/>
            </a:gdLst>
            <a:ahLst/>
            <a:cxnLst/>
            <a:rect l="textAreaLeft" t="textAreaTop" r="textAreaRight" b="textAreaBottom"/>
            <a:pathLst>
              <a:path w="10752232" h="3037506">
                <a:moveTo>
                  <a:pt x="10752231" y="3037506"/>
                </a:moveTo>
                <a:lnTo>
                  <a:pt x="0" y="3037506"/>
                </a:lnTo>
                <a:lnTo>
                  <a:pt x="0" y="0"/>
                </a:lnTo>
                <a:lnTo>
                  <a:pt x="10752231" y="0"/>
                </a:lnTo>
                <a:lnTo>
                  <a:pt x="10752231" y="3037506"/>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Freeform: Shape 32"/>
          <p:cNvSpPr/>
          <p:nvPr/>
        </p:nvSpPr>
        <p:spPr>
          <a:xfrm>
            <a:off x="0" y="9258480"/>
            <a:ext cx="11356920" cy="1083960"/>
          </a:xfrm>
          <a:custGeom>
            <a:avLst/>
            <a:gdLst>
              <a:gd name="textAreaLeft" fmla="*/ 0 w 11356920"/>
              <a:gd name="textAreaRight" fmla="*/ 11358360 w 11356920"/>
              <a:gd name="textAreaTop" fmla="*/ 0 h 1083960"/>
              <a:gd name="textAreaBottom" fmla="*/ 1085400 h 1083960"/>
              <a:gd name="GluePoint1X" fmla="*/ 0 w 12598083"/>
              <a:gd name="GluePoint1Y" fmla="*/ 0 h 1120208"/>
              <a:gd name="GluePoint2X" fmla="*/ 11875450 w 12598083"/>
              <a:gd name="GluePoint2Y" fmla="*/ 0 h 1120208"/>
              <a:gd name="GluePoint3X" fmla="*/ 12099962 w 12598083"/>
              <a:gd name="GluePoint3Y" fmla="*/ 100760 h 1120208"/>
              <a:gd name="GluePoint4X" fmla="*/ 12591773 w 12598083"/>
              <a:gd name="GluePoint4Y" fmla="*/ 1019448 h 1120208"/>
              <a:gd name="GluePoint5X" fmla="*/ 12574874 w 12598083"/>
              <a:gd name="GluePoint5Y" fmla="*/ 1088417 h 1120208"/>
              <a:gd name="GluePoint6X" fmla="*/ 12475140 w 12598083"/>
              <a:gd name="GluePoint6Y" fmla="*/ 1120208 h 1120208"/>
              <a:gd name="GluePoint7X" fmla="*/ 21107 w 12598083"/>
              <a:gd name="GluePoint7Y" fmla="*/ 1120208 h 1120208"/>
              <a:gd name="GluePoint8X" fmla="*/ 0 w 12598083"/>
              <a:gd name="GluePoint8Y" fmla="*/ 1118118 h 112020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598083" h="1120208">
                <a:moveTo>
                  <a:pt x="0" y="0"/>
                </a:moveTo>
                <a:lnTo>
                  <a:pt x="11875450" y="0"/>
                </a:lnTo>
                <a:cubicBezTo>
                  <a:pt x="11977314" y="0"/>
                  <a:pt x="12067752" y="40587"/>
                  <a:pt x="12099962" y="100760"/>
                </a:cubicBezTo>
                <a:lnTo>
                  <a:pt x="12591773" y="1019448"/>
                </a:lnTo>
                <a:cubicBezTo>
                  <a:pt x="12604271" y="1042793"/>
                  <a:pt x="12597982" y="1068455"/>
                  <a:pt x="12574874" y="1088417"/>
                </a:cubicBezTo>
                <a:cubicBezTo>
                  <a:pt x="12551769" y="1108379"/>
                  <a:pt x="12514657" y="1120208"/>
                  <a:pt x="12475140" y="1120208"/>
                </a:cubicBezTo>
                <a:lnTo>
                  <a:pt x="21107" y="1120208"/>
                </a:lnTo>
                <a:lnTo>
                  <a:pt x="0" y="1118118"/>
                </a:lnTo>
                <a:close/>
              </a:path>
            </a:pathLst>
          </a:custGeom>
          <a:solidFill>
            <a:srgbClr val="95202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Calibri"/>
            </a:endParaRPr>
          </a:p>
        </p:txBody>
      </p:sp>
      <p:pic>
        <p:nvPicPr>
          <p:cNvPr id="124" name="Picture 33"/>
          <p:cNvPicPr/>
          <p:nvPr/>
        </p:nvPicPr>
        <p:blipFill>
          <a:blip r:embed="rId7"/>
          <a:stretch/>
        </p:blipFill>
        <p:spPr>
          <a:xfrm>
            <a:off x="757800" y="9334440"/>
            <a:ext cx="899640" cy="899640"/>
          </a:xfrm>
          <a:prstGeom prst="rect">
            <a:avLst/>
          </a:prstGeom>
          <a:noFill/>
          <a:ln w="0">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slide" Target="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slide" Target="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slide" Target="slide14.xml"/><Relationship Id="rId4" Type="http://schemas.openxmlformats.org/officeDocument/2006/relationships/slide" Target="slide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slide" Target="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9.jpeg"/><Relationship Id="rId3" Type="http://schemas.openxmlformats.org/officeDocument/2006/relationships/image" Target="../media/image20.jpeg"/><Relationship Id="rId4" Type="http://schemas.openxmlformats.org/officeDocument/2006/relationships/slide" Target="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 Id="rId3" Type="http://schemas.openxmlformats.org/officeDocument/2006/relationships/slide" Target="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 Target="slide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495360" y="2226240"/>
            <a:ext cx="9333000" cy="146844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8000" b="1" u="none" strike="noStrike">
                <a:solidFill>
                  <a:srgbClr val="233674"/>
                </a:solidFill>
                <a:effectLst/>
                <a:uFillTx/>
                <a:latin typeface="Times New Roman"/>
              </a:rPr>
              <a:t>AMG HOLDINGS</a:t>
            </a:r>
            <a:endParaRPr lang="en-US" sz="8000" b="0" u="none" strike="noStrike">
              <a:solidFill>
                <a:schemeClr val="dk1"/>
              </a:solidFill>
              <a:effectLst/>
              <a:uFillTx/>
              <a:latin typeface="Calibri"/>
            </a:endParaRPr>
          </a:p>
        </p:txBody>
      </p:sp>
      <p:sp>
        <p:nvSpPr>
          <p:cNvPr id="132" name="PlaceHolder 2"/>
          <p:cNvSpPr>
            <a:spLocks noGrp="1"/>
          </p:cNvSpPr>
          <p:nvPr>
            <p:ph type="subTitle"/>
          </p:nvPr>
        </p:nvSpPr>
        <p:spPr>
          <a:xfrm>
            <a:off x="876600" y="5029200"/>
            <a:ext cx="7580520" cy="1751040"/>
          </a:xfrm>
          <a:prstGeom prst="rect">
            <a:avLst/>
          </a:prstGeom>
          <a:noFill/>
          <a:ln w="0">
            <a:noFill/>
          </a:ln>
        </p:spPr>
        <p:txBody>
          <a:bodyPr lIns="90000" tIns="45000" rIns="90000" bIns="45000" anchor="t">
            <a:noAutofit/>
          </a:bodyPr>
          <a:lstStyle/>
          <a:p>
            <a:pPr marL="228600" indent="0" defTabSz="914400">
              <a:lnSpc>
                <a:spcPct val="100000"/>
              </a:lnSpc>
              <a:spcBef>
                <a:spcPts val="1001"/>
              </a:spcBef>
              <a:buNone/>
              <a:tabLst>
                <a:tab pos="0" algn="l"/>
              </a:tabLst>
            </a:pPr>
            <a:r>
              <a:rPr lang="en-US" sz="4000" b="1" u="none" strike="noStrike">
                <a:solidFill>
                  <a:srgbClr val="952021"/>
                </a:solidFill>
                <a:effectLst/>
                <a:uFillTx/>
                <a:latin typeface="Poppins Bold"/>
                <a:ea typeface="Poppins Bold"/>
              </a:rPr>
              <a:t>Monthly Report </a:t>
            </a:r>
            <a:endParaRPr lang="en-US" sz="4000" b="0" u="none" strike="noStrike">
              <a:solidFill>
                <a:srgbClr val="000000"/>
              </a:solidFill>
              <a:effectLst/>
              <a:uFillTx/>
              <a:latin typeface="Arial"/>
            </a:endParaRPr>
          </a:p>
          <a:p>
            <a:pPr marL="228600" indent="0" defTabSz="914400">
              <a:lnSpc>
                <a:spcPct val="100000"/>
              </a:lnSpc>
              <a:spcBef>
                <a:spcPts val="1001"/>
              </a:spcBef>
              <a:buNone/>
              <a:tabLst>
                <a:tab pos="0" algn="l"/>
              </a:tabLst>
            </a:pPr>
            <a:r>
              <a:rPr lang="en-US" sz="4000" b="1" u="none" strike="noStrike">
                <a:solidFill>
                  <a:srgbClr val="952021"/>
                </a:solidFill>
                <a:effectLst/>
                <a:uFillTx/>
                <a:latin typeface="Poppins Bold"/>
                <a:ea typeface="Poppins Bold"/>
              </a:rPr>
              <a:t>(Sep 10 – Oct 15)</a:t>
            </a:r>
            <a:endParaRPr lang="en-US" sz="4000" b="0" u="none" strike="noStrike">
              <a:solidFill>
                <a:srgbClr val="000000"/>
              </a:solidFill>
              <a:effectLst/>
              <a:uFillTx/>
              <a:latin typeface="Arial"/>
            </a:endParaRPr>
          </a:p>
        </p:txBody>
      </p:sp>
      <p:sp>
        <p:nvSpPr>
          <p:cNvPr id="133" name="Subtitle 2"/>
          <p:cNvSpPr/>
          <p:nvPr/>
        </p:nvSpPr>
        <p:spPr>
          <a:xfrm>
            <a:off x="1600200" y="7886880"/>
            <a:ext cx="8761680" cy="106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ts val="2999"/>
              </a:lnSpc>
              <a:spcBef>
                <a:spcPts val="641"/>
              </a:spcBef>
              <a:tabLst>
                <a:tab pos="0" algn="l"/>
              </a:tabLst>
            </a:pPr>
            <a:r>
              <a:rPr lang="en-US" sz="3200" b="1" u="none" strike="noStrike">
                <a:solidFill>
                  <a:srgbClr val="5B6061"/>
                </a:solidFill>
                <a:effectLst/>
                <a:uFillTx/>
                <a:latin typeface="Poppins Bold"/>
                <a:ea typeface="Poppins Bold"/>
              </a:rPr>
              <a:t>Oct 15, 2025</a:t>
            </a:r>
            <a:endParaRPr lang="en-US" sz="3200" b="0" u="none" strike="noStrike">
              <a:solidFill>
                <a:srgbClr val="000000"/>
              </a:solidFill>
              <a:effectLst/>
              <a:uFillTx/>
              <a:latin typeface="Arial"/>
            </a:endParaRPr>
          </a:p>
        </p:txBody>
      </p:sp>
      <p:sp>
        <p:nvSpPr>
          <p:cNvPr id="134" name="Subtitle 1"/>
          <p:cNvSpPr/>
          <p:nvPr/>
        </p:nvSpPr>
        <p:spPr>
          <a:xfrm>
            <a:off x="685800" y="3695760"/>
            <a:ext cx="8457120" cy="1751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spcBef>
                <a:spcPts val="561"/>
              </a:spcBef>
              <a:tabLst>
                <a:tab pos="0" algn="l"/>
              </a:tabLst>
            </a:pPr>
            <a:r>
              <a:rPr lang="en-US" sz="4000" b="1" u="none" strike="noStrike">
                <a:solidFill>
                  <a:srgbClr val="952021"/>
                </a:solidFill>
                <a:effectLst/>
                <a:uFillTx/>
                <a:latin typeface="Poppins Bold"/>
                <a:ea typeface="Poppins Bold"/>
              </a:rPr>
              <a:t>ICT: </a:t>
            </a:r>
            <a:r>
              <a:rPr lang="en-US" sz="3600" b="1" u="none" strike="noStrike">
                <a:solidFill>
                  <a:srgbClr val="952021"/>
                </a:solidFill>
                <a:effectLst/>
                <a:uFillTx/>
                <a:latin typeface="Poppins Bold"/>
                <a:ea typeface="Poppins Bold"/>
              </a:rPr>
              <a:t>System Development Division</a:t>
            </a:r>
            <a:endParaRPr lang="en-US" sz="360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p:nvPr>
        </p:nvSpPr>
        <p:spPr>
          <a:xfrm>
            <a:off x="457200" y="1564920"/>
            <a:ext cx="14892840" cy="6800040"/>
          </a:xfrm>
          <a:prstGeom prst="rect">
            <a:avLst/>
          </a:prstGeom>
          <a:noFill/>
          <a:ln w="0">
            <a:noFill/>
          </a:ln>
        </p:spPr>
        <p:txBody>
          <a:bodyPr lIns="90000" tIns="45000" rIns="90000" bIns="45000" anchor="t">
            <a:noAutofit/>
          </a:bodyPr>
          <a:lstStyle/>
          <a:p>
            <a:pPr indent="0" defTabSz="914400">
              <a:lnSpc>
                <a:spcPct val="100000"/>
              </a:lnSpc>
              <a:spcBef>
                <a:spcPts val="1191"/>
              </a:spcBef>
              <a:spcAft>
                <a:spcPts val="992"/>
              </a:spcAft>
              <a:buNone/>
              <a:tabLst>
                <a:tab pos="0" algn="l"/>
              </a:tabLst>
            </a:pPr>
            <a:r>
              <a:rPr lang="en-US" sz="2600" b="0" u="none" strike="noStrike">
                <a:solidFill>
                  <a:schemeClr val="dk1"/>
                </a:solidFill>
                <a:effectLst/>
                <a:uFillTx/>
                <a:latin typeface="Arial"/>
                <a:ea typeface="Calibri"/>
              </a:rPr>
              <a:t>During October, the Software Development Team advanced AMG Holding’s digital transformation across all business units. The Sales Management System reached full completion, with workshops held in Gelan and Adama, followed by one-to-one user training to ensure smooth adoption. Key enhancements identified during the sessions were successfully implemented.</a:t>
            </a:r>
            <a:endParaRPr lang="en-US" sz="26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r>
              <a:rPr lang="en-US" sz="2400" b="1" u="none" strike="noStrike">
                <a:solidFill>
                  <a:schemeClr val="dk1"/>
                </a:solidFill>
                <a:effectLst/>
                <a:uFillTx/>
                <a:latin typeface="Arial"/>
                <a:ea typeface="Calibri"/>
              </a:rPr>
              <a:t>Key Projects:</a:t>
            </a:r>
            <a:endParaRPr lang="en-US" sz="24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r>
              <a:rPr lang="en-US" sz="2400" b="1" u="none" strike="noStrike">
                <a:solidFill>
                  <a:schemeClr val="dk1"/>
                </a:solidFill>
                <a:effectLst/>
                <a:uFillTx/>
                <a:latin typeface="Arial"/>
                <a:ea typeface="Calibri"/>
              </a:rPr>
              <a:t>CRM</a:t>
            </a:r>
            <a:r>
              <a:rPr lang="en-US" sz="2400" b="0" u="none" strike="noStrike">
                <a:solidFill>
                  <a:schemeClr val="dk1"/>
                </a:solidFill>
                <a:effectLst/>
                <a:uFillTx/>
                <a:latin typeface="Arial"/>
                <a:ea typeface="Calibri"/>
              </a:rPr>
              <a:t> </a:t>
            </a:r>
            <a:r>
              <a:rPr lang="en-US" sz="2400" b="1" u="none" strike="noStrike">
                <a:solidFill>
                  <a:schemeClr val="dk1"/>
                </a:solidFill>
                <a:effectLst/>
                <a:uFillTx/>
                <a:latin typeface="Arial"/>
                <a:ea typeface="Calibri"/>
              </a:rPr>
              <a:t>System</a:t>
            </a:r>
            <a:r>
              <a:rPr lang="en-US" sz="2400" b="0" u="none" strike="noStrike">
                <a:solidFill>
                  <a:schemeClr val="dk1"/>
                </a:solidFill>
                <a:effectLst/>
                <a:uFillTx/>
                <a:latin typeface="Arial"/>
                <a:ea typeface="Calibri"/>
              </a:rPr>
              <a:t>, </a:t>
            </a:r>
            <a:r>
              <a:rPr lang="en-US" sz="2400" b="1" u="none" strike="noStrike">
                <a:solidFill>
                  <a:schemeClr val="dk1"/>
                </a:solidFill>
                <a:effectLst/>
                <a:uFillTx/>
                <a:latin typeface="Arial"/>
                <a:ea typeface="Calibri"/>
              </a:rPr>
              <a:t>Manufacturing Management System</a:t>
            </a:r>
            <a:r>
              <a:rPr lang="en-US" sz="2400" b="0" u="none" strike="noStrike">
                <a:solidFill>
                  <a:schemeClr val="dk1"/>
                </a:solidFill>
                <a:effectLst/>
                <a:uFillTx/>
                <a:latin typeface="Arial"/>
                <a:ea typeface="Calibri"/>
              </a:rPr>
              <a:t>, </a:t>
            </a:r>
            <a:r>
              <a:rPr lang="en-US" sz="2400" b="1" u="none" strike="noStrike">
                <a:solidFill>
                  <a:schemeClr val="dk1"/>
                </a:solidFill>
                <a:effectLst/>
                <a:uFillTx/>
                <a:latin typeface="Arial"/>
                <a:ea typeface="Calibri"/>
              </a:rPr>
              <a:t>Procurement System</a:t>
            </a:r>
            <a:r>
              <a:rPr lang="en-US" sz="2400" b="0" u="none" strike="noStrike">
                <a:solidFill>
                  <a:schemeClr val="dk1"/>
                </a:solidFill>
                <a:effectLst/>
                <a:uFillTx/>
                <a:latin typeface="Arial"/>
                <a:ea typeface="Calibri"/>
              </a:rPr>
              <a:t>, and </a:t>
            </a:r>
            <a:r>
              <a:rPr lang="en-US" sz="2400" b="1" u="none" strike="noStrike">
                <a:solidFill>
                  <a:schemeClr val="dk1"/>
                </a:solidFill>
                <a:effectLst/>
                <a:uFillTx/>
                <a:latin typeface="Arial"/>
                <a:ea typeface="Calibri"/>
              </a:rPr>
              <a:t>Custom Job Portal</a:t>
            </a:r>
            <a:r>
              <a:rPr lang="en-US" sz="2400" b="0" u="none" strike="noStrike">
                <a:solidFill>
                  <a:schemeClr val="dk1"/>
                </a:solidFill>
                <a:effectLst/>
                <a:uFillTx/>
                <a:latin typeface="Arial"/>
                <a:ea typeface="Calibri"/>
              </a:rPr>
              <a:t>.</a:t>
            </a:r>
            <a:endParaRPr lang="en-US" sz="24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r>
              <a:rPr lang="en-US" sz="2400" b="1" u="none" strike="noStrike">
                <a:solidFill>
                  <a:schemeClr val="dk1"/>
                </a:solidFill>
                <a:effectLst/>
                <a:uFillTx/>
                <a:latin typeface="Arial"/>
                <a:ea typeface="Calibri"/>
              </a:rPr>
              <a:t>Outcomes:</a:t>
            </a:r>
            <a:endParaRPr lang="en-US" sz="2400" b="0" u="none" strike="noStrike">
              <a:solidFill>
                <a:schemeClr val="dk1"/>
              </a:solidFill>
              <a:effectLst/>
              <a:uFillTx/>
              <a:latin typeface="Calibri"/>
            </a:endParaRPr>
          </a:p>
          <a:p>
            <a:pPr marL="432000" indent="-324000" defTabSz="914400">
              <a:lnSpc>
                <a:spcPct val="100000"/>
              </a:lnSpc>
              <a:spcBef>
                <a:spcPts val="340"/>
              </a:spcBef>
              <a:spcAft>
                <a:spcPts val="142"/>
              </a:spcAft>
              <a:buClr>
                <a:srgbClr val="000000"/>
              </a:buClr>
              <a:buFont typeface="Symbol" charset="2"/>
              <a:buChar char=""/>
              <a:tabLst>
                <a:tab pos="0" algn="l"/>
              </a:tabLst>
            </a:pPr>
            <a:r>
              <a:rPr lang="en-US" sz="2400" b="0" u="none" strike="noStrike">
                <a:solidFill>
                  <a:schemeClr val="dk1"/>
                </a:solidFill>
                <a:effectLst/>
                <a:uFillTx/>
                <a:latin typeface="Arial"/>
                <a:ea typeface="Calibri"/>
              </a:rPr>
              <a:t>Strengthened system integration</a:t>
            </a:r>
            <a:endParaRPr lang="en-US" sz="2400" b="0" u="none" strike="noStrike">
              <a:solidFill>
                <a:schemeClr val="dk1"/>
              </a:solidFill>
              <a:effectLst/>
              <a:uFillTx/>
              <a:latin typeface="Calibri"/>
              <a:ea typeface="Noto Sans CJK SC"/>
            </a:endParaRPr>
          </a:p>
          <a:p>
            <a:pPr marL="432000" indent="-324000" defTabSz="914400">
              <a:lnSpc>
                <a:spcPct val="100000"/>
              </a:lnSpc>
              <a:spcBef>
                <a:spcPts val="340"/>
              </a:spcBef>
              <a:spcAft>
                <a:spcPts val="142"/>
              </a:spcAft>
              <a:buClr>
                <a:srgbClr val="000000"/>
              </a:buClr>
              <a:buFont typeface="Symbol" charset="2"/>
              <a:buChar char=""/>
              <a:tabLst>
                <a:tab pos="0" algn="l"/>
              </a:tabLst>
            </a:pPr>
            <a:r>
              <a:rPr lang="en-US" sz="2400" b="0" u="none" strike="noStrike">
                <a:solidFill>
                  <a:schemeClr val="dk1"/>
                </a:solidFill>
                <a:effectLst/>
                <a:uFillTx/>
                <a:latin typeface="Arial"/>
                <a:ea typeface="Calibri"/>
              </a:rPr>
              <a:t>Improved operational efficiency</a:t>
            </a:r>
            <a:endParaRPr lang="en-US" sz="2400" b="0" u="none" strike="noStrike">
              <a:solidFill>
                <a:schemeClr val="dk1"/>
              </a:solidFill>
              <a:effectLst/>
              <a:uFillTx/>
              <a:latin typeface="Calibri"/>
              <a:ea typeface="Noto Sans CJK SC"/>
            </a:endParaRPr>
          </a:p>
          <a:p>
            <a:pPr marL="432000" indent="-324000" defTabSz="914400">
              <a:lnSpc>
                <a:spcPct val="100000"/>
              </a:lnSpc>
              <a:spcBef>
                <a:spcPts val="340"/>
              </a:spcBef>
              <a:spcAft>
                <a:spcPts val="142"/>
              </a:spcAft>
              <a:buClr>
                <a:srgbClr val="000000"/>
              </a:buClr>
              <a:buFont typeface="Symbol" charset="2"/>
              <a:buChar char=""/>
              <a:tabLst>
                <a:tab pos="0" algn="l"/>
              </a:tabLst>
            </a:pPr>
            <a:r>
              <a:rPr lang="en-US" sz="2400" b="0" u="none" strike="noStrike">
                <a:solidFill>
                  <a:schemeClr val="dk1"/>
                </a:solidFill>
                <a:effectLst/>
                <a:uFillTx/>
                <a:latin typeface="Arial"/>
                <a:ea typeface="Calibri"/>
              </a:rPr>
              <a:t>Progress toward a unified ERP ecosystem supporting data-driven decision-making</a:t>
            </a:r>
            <a:endParaRPr lang="en-US" sz="2400" b="0" u="none" strike="noStrike">
              <a:solidFill>
                <a:schemeClr val="dk1"/>
              </a:solidFill>
              <a:effectLst/>
              <a:uFillTx/>
              <a:latin typeface="Calibri"/>
              <a:ea typeface="Noto Sans CJK SC"/>
            </a:endParaRPr>
          </a:p>
          <a:p>
            <a:pPr indent="0" defTabSz="914400">
              <a:lnSpc>
                <a:spcPct val="100000"/>
              </a:lnSpc>
              <a:spcBef>
                <a:spcPts val="1191"/>
              </a:spcBef>
              <a:spcAft>
                <a:spcPts val="992"/>
              </a:spcAft>
              <a:buNone/>
              <a:tabLst>
                <a:tab pos="0" algn="l"/>
              </a:tabLst>
            </a:pPr>
            <a:endParaRPr lang="en-US" sz="10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endParaRPr lang="en-US" sz="10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endParaRPr lang="en-US" sz="2600" b="0" u="none" strike="noStrike">
              <a:solidFill>
                <a:schemeClr val="dk1"/>
              </a:solidFill>
              <a:effectLst/>
              <a:uFillTx/>
              <a:latin typeface="Calibri"/>
            </a:endParaRPr>
          </a:p>
          <a:p>
            <a:pPr indent="0" defTabSz="914400">
              <a:lnSpc>
                <a:spcPct val="100000"/>
              </a:lnSpc>
              <a:spcBef>
                <a:spcPts val="1191"/>
              </a:spcBef>
              <a:spcAft>
                <a:spcPts val="992"/>
              </a:spcAft>
              <a:buNone/>
              <a:tabLst>
                <a:tab pos="0" algn="l"/>
              </a:tabLst>
            </a:pPr>
            <a:endParaRPr lang="en-US" sz="2000" b="0" u="none" strike="noStrike">
              <a:solidFill>
                <a:schemeClr val="dk1"/>
              </a:solidFill>
              <a:effectLst/>
              <a:uFillTx/>
              <a:latin typeface="Calibri"/>
            </a:endParaRPr>
          </a:p>
        </p:txBody>
      </p:sp>
      <p:sp>
        <p:nvSpPr>
          <p:cNvPr id="136" name="PlaceHolder 2"/>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Executive Summary</a:t>
            </a:r>
            <a:endParaRPr lang="en-US" sz="4400" b="0" u="none" strike="noStrike">
              <a:solidFill>
                <a:schemeClr val="dk1"/>
              </a:solidFill>
              <a:effectLst/>
              <a:uFillTx/>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 Projects Progress</a:t>
            </a:r>
            <a:endParaRPr lang="en-US" sz="4400" b="0" u="none" strike="noStrike">
              <a:solidFill>
                <a:schemeClr val="dk1"/>
              </a:solidFill>
              <a:effectLst/>
              <a:uFillTx/>
              <a:latin typeface="Calibri"/>
            </a:endParaRPr>
          </a:p>
        </p:txBody>
      </p:sp>
      <p:sp>
        <p:nvSpPr>
          <p:cNvPr id="138" name="TextBox 1"/>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graphicFrame>
        <p:nvGraphicFramePr>
          <p:cNvPr id="139" name="Table 198"/>
          <p:cNvGraphicFramePr/>
          <p:nvPr>
            <p:extLst>
              <p:ext uri="{D42A27DB-BD31-4B8C-83A1-F6EECF244321}">
                <p14:modId xmlns:p14="http://schemas.microsoft.com/office/powerpoint/2010/main" val="3524470135"/>
              </p:ext>
            </p:extLst>
          </p:nvPr>
        </p:nvGraphicFramePr>
        <p:xfrm>
          <a:off x="-131163" y="1311639"/>
          <a:ext cx="18338350" cy="8255605"/>
        </p:xfrm>
        <a:graphic>
          <a:graphicData uri="http://schemas.openxmlformats.org/drawingml/2006/table">
            <a:tbl>
              <a:tblPr/>
              <a:tblGrid>
                <a:gridCol w="759157">
                  <a:extLst>
                    <a:ext uri="{9D8B030D-6E8A-4147-A177-3AD203B41FA5}">
                      <a16:colId xmlns:a16="http://schemas.microsoft.com/office/drawing/2014/main" val="20000"/>
                    </a:ext>
                  </a:extLst>
                </a:gridCol>
                <a:gridCol w="3953708">
                  <a:extLst>
                    <a:ext uri="{9D8B030D-6E8A-4147-A177-3AD203B41FA5}">
                      <a16:colId xmlns:a16="http://schemas.microsoft.com/office/drawing/2014/main" val="20001"/>
                    </a:ext>
                  </a:extLst>
                </a:gridCol>
                <a:gridCol w="1884020">
                  <a:extLst>
                    <a:ext uri="{9D8B030D-6E8A-4147-A177-3AD203B41FA5}">
                      <a16:colId xmlns:a16="http://schemas.microsoft.com/office/drawing/2014/main" val="20002"/>
                    </a:ext>
                  </a:extLst>
                </a:gridCol>
                <a:gridCol w="1478184">
                  <a:extLst>
                    <a:ext uri="{9D8B030D-6E8A-4147-A177-3AD203B41FA5}">
                      <a16:colId xmlns:a16="http://schemas.microsoft.com/office/drawing/2014/main" val="20003"/>
                    </a:ext>
                  </a:extLst>
                </a:gridCol>
                <a:gridCol w="1542323">
                  <a:extLst>
                    <a:ext uri="{9D8B030D-6E8A-4147-A177-3AD203B41FA5}">
                      <a16:colId xmlns:a16="http://schemas.microsoft.com/office/drawing/2014/main" val="20004"/>
                    </a:ext>
                  </a:extLst>
                </a:gridCol>
                <a:gridCol w="1287643">
                  <a:extLst>
                    <a:ext uri="{9D8B030D-6E8A-4147-A177-3AD203B41FA5}">
                      <a16:colId xmlns:a16="http://schemas.microsoft.com/office/drawing/2014/main" val="20005"/>
                    </a:ext>
                  </a:extLst>
                </a:gridCol>
                <a:gridCol w="2615052">
                  <a:extLst>
                    <a:ext uri="{9D8B030D-6E8A-4147-A177-3AD203B41FA5}">
                      <a16:colId xmlns:a16="http://schemas.microsoft.com/office/drawing/2014/main" val="20006"/>
                    </a:ext>
                  </a:extLst>
                </a:gridCol>
                <a:gridCol w="2521281">
                  <a:extLst>
                    <a:ext uri="{9D8B030D-6E8A-4147-A177-3AD203B41FA5}">
                      <a16:colId xmlns:a16="http://schemas.microsoft.com/office/drawing/2014/main" val="20007"/>
                    </a:ext>
                  </a:extLst>
                </a:gridCol>
                <a:gridCol w="2296982">
                  <a:extLst>
                    <a:ext uri="{9D8B030D-6E8A-4147-A177-3AD203B41FA5}">
                      <a16:colId xmlns:a16="http://schemas.microsoft.com/office/drawing/2014/main" val="20008"/>
                    </a:ext>
                  </a:extLst>
                </a:gridCol>
              </a:tblGrid>
              <a:tr h="430729">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No</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project</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User </a:t>
                      </a:r>
                      <a:r>
                        <a:rPr lang="en-US" sz="1600" b="1" u="none" strike="noStrike" dirty="0" err="1">
                          <a:solidFill>
                            <a:schemeClr val="lt1"/>
                          </a:solidFill>
                          <a:effectLst/>
                          <a:uFillTx/>
                          <a:latin typeface="Arial"/>
                        </a:rPr>
                        <a:t>dep’t</a:t>
                      </a:r>
                      <a:endParaRPr lang="en-US" sz="1600" b="0" u="none" strike="noStrike" dirty="0" err="1">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Status</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Target</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Next  Target</a:t>
                      </a:r>
                      <a:endParaRPr lang="en-US" sz="1600" b="1" u="none" strike="noStrike" dirty="0">
                        <a:solidFill>
                          <a:schemeClr val="lt1"/>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Reason for deviation</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remark</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tc>
                  <a:txBody>
                    <a:bodyPr/>
                    <a:lstStyle/>
                    <a:p>
                      <a:pPr defTabSz="914400">
                        <a:lnSpc>
                          <a:spcPct val="100000"/>
                        </a:lnSpc>
                        <a:spcBef>
                          <a:spcPts val="601"/>
                        </a:spcBef>
                        <a:spcAft>
                          <a:spcPts val="601"/>
                        </a:spcAft>
                      </a:pPr>
                      <a:r>
                        <a:rPr lang="en-US" sz="1600" b="1" u="none" strike="noStrike" dirty="0">
                          <a:solidFill>
                            <a:schemeClr val="lt1"/>
                          </a:solidFill>
                          <a:effectLst/>
                          <a:uFillTx/>
                          <a:latin typeface="Arial"/>
                        </a:rPr>
                        <a:t>Responsible Person</a:t>
                      </a:r>
                      <a:endParaRPr lang="en-US" sz="1600" b="0" u="none" strike="noStrike" dirty="0">
                        <a:solidFill>
                          <a:srgbClr val="FFFFFF"/>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solidFill>
                      <a:srgbClr val="233674"/>
                    </a:solidFill>
                  </a:tcPr>
                </a:tc>
                <a:extLst>
                  <a:ext uri="{0D108BD9-81ED-4DB2-BD59-A6C34878D82A}">
                    <a16:rowId xmlns:a16="http://schemas.microsoft.com/office/drawing/2014/main" val="10000"/>
                  </a:ext>
                </a:extLst>
              </a:tr>
              <a:tr h="861455">
                <a:tc>
                  <a:txBody>
                    <a:bodyPr/>
                    <a:lstStyle/>
                    <a:p>
                      <a:pPr algn="ctr" defTabSz="914400">
                        <a:lnSpc>
                          <a:spcPct val="100000"/>
                        </a:lnSpc>
                      </a:pPr>
                      <a:r>
                        <a:rPr lang="en-US" sz="1600" b="1" u="none" strike="noStrike" dirty="0">
                          <a:solidFill>
                            <a:srgbClr val="000000"/>
                          </a:solidFill>
                          <a:effectLst/>
                          <a:uFillTx/>
                          <a:latin typeface="Arial"/>
                        </a:rPr>
                        <a:t>1</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Sales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Commerce</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Finance</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Financial Audit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90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Significant Req’s should have to be added raised during the workshop</a:t>
                      </a:r>
                      <a:endParaRPr lang="en-US" sz="1600" b="0" u="none" strike="noStrike" dirty="0">
                        <a:solidFill>
                          <a:srgbClr val="000000"/>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 </a:t>
                      </a:r>
                      <a:r>
                        <a:rPr lang="en-US" sz="1600" b="0" u="none" strike="noStrike" dirty="0" err="1">
                          <a:solidFill>
                            <a:srgbClr val="000000"/>
                          </a:solidFill>
                          <a:effectLst/>
                          <a:uFillTx/>
                          <a:latin typeface="Arial"/>
                        </a:rPr>
                        <a:t>Kibirom</a:t>
                      </a:r>
                      <a:r>
                        <a:rPr lang="en-US" sz="1600" b="0" u="none" strike="noStrike" dirty="0">
                          <a:solidFill>
                            <a:srgbClr val="000000"/>
                          </a:solidFill>
                          <a:effectLst/>
                          <a:uFillTx/>
                          <a:latin typeface="Arial"/>
                        </a:rPr>
                        <a:t> and Melese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394833">
                <a:tc>
                  <a:txBody>
                    <a:bodyPr/>
                    <a:lstStyle/>
                    <a:p>
                      <a:pPr algn="ctr" defTabSz="914400">
                        <a:lnSpc>
                          <a:spcPct val="100000"/>
                        </a:lnSpc>
                      </a:pPr>
                      <a:r>
                        <a:rPr lang="en-US" sz="1600" b="1" u="none" strike="noStrike" dirty="0">
                          <a:solidFill>
                            <a:srgbClr val="000000"/>
                          </a:solidFill>
                          <a:effectLst/>
                          <a:uFillTx/>
                          <a:latin typeface="Arial"/>
                        </a:rPr>
                        <a:t>2</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Fleet Management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HR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Kibrom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861455">
                <a:tc>
                  <a:txBody>
                    <a:bodyPr/>
                    <a:lstStyle/>
                    <a:p>
                      <a:pPr algn="ctr" defTabSz="914400">
                        <a:lnSpc>
                          <a:spcPct val="100000"/>
                        </a:lnSpc>
                      </a:pPr>
                      <a:r>
                        <a:rPr lang="en-US" sz="1600" b="1" u="none" strike="noStrike" dirty="0">
                          <a:solidFill>
                            <a:srgbClr val="000000"/>
                          </a:solidFill>
                          <a:effectLst/>
                          <a:uFillTx/>
                          <a:latin typeface="Arial"/>
                        </a:rPr>
                        <a:t>3</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Manufacturing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Input</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Production</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commerce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60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70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80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Kibrom and Melese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610196">
                <a:tc>
                  <a:txBody>
                    <a:bodyPr/>
                    <a:lstStyle/>
                    <a:p>
                      <a:pPr algn="ctr" defTabSz="914400">
                        <a:lnSpc>
                          <a:spcPct val="100000"/>
                        </a:lnSpc>
                      </a:pPr>
                      <a:r>
                        <a:rPr lang="en-US" sz="1600" b="1" u="none" strike="noStrike" dirty="0">
                          <a:solidFill>
                            <a:srgbClr val="000000"/>
                          </a:solidFill>
                          <a:effectLst/>
                          <a:uFillTx/>
                          <a:latin typeface="Arial"/>
                        </a:rPr>
                        <a:t>4</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Coffee farmers data management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AMG Coffee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610196">
                <a:tc>
                  <a:txBody>
                    <a:bodyPr/>
                    <a:lstStyle/>
                    <a:p>
                      <a:pPr algn="ctr" defTabSz="914400">
                        <a:lnSpc>
                          <a:spcPct val="100000"/>
                        </a:lnSpc>
                      </a:pPr>
                      <a:r>
                        <a:rPr lang="en-US" sz="1600" b="1" u="none" strike="noStrike" dirty="0">
                          <a:solidFill>
                            <a:srgbClr val="000000"/>
                          </a:solidFill>
                          <a:effectLst/>
                          <a:uFillTx/>
                          <a:latin typeface="Arial"/>
                        </a:rPr>
                        <a:t>5</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Coffee Track Management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AMG Coffee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96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610196">
                <a:tc>
                  <a:txBody>
                    <a:bodyPr/>
                    <a:lstStyle/>
                    <a:p>
                      <a:pPr algn="ctr" defTabSz="914400">
                        <a:lnSpc>
                          <a:spcPct val="100000"/>
                        </a:lnSpc>
                      </a:pPr>
                      <a:r>
                        <a:rPr lang="en-US" sz="1600" b="1" u="none" strike="noStrike" dirty="0">
                          <a:solidFill>
                            <a:srgbClr val="000000"/>
                          </a:solidFill>
                          <a:effectLst/>
                          <a:uFillTx/>
                          <a:latin typeface="Arial"/>
                        </a:rPr>
                        <a:t>7</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Website migration with email server(7)</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ICT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57.14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57.14</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Basic foundation is completed</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Kibirom</a:t>
                      </a:r>
                      <a:r>
                        <a:rPr lang="en-US" sz="1600" b="0" u="none" strike="noStrike" dirty="0">
                          <a:solidFill>
                            <a:srgbClr val="000000"/>
                          </a:solidFill>
                          <a:effectLst/>
                          <a:uFillTx/>
                          <a:latin typeface="Arial"/>
                        </a:rPr>
                        <a:t> &amp; </a:t>
                      </a:r>
                      <a:r>
                        <a:rPr lang="en-US" sz="1600" b="0" u="none" strike="noStrike" dirty="0" err="1">
                          <a:solidFill>
                            <a:srgbClr val="000000"/>
                          </a:solidFill>
                          <a:effectLst/>
                          <a:uFillTx/>
                          <a:latin typeface="Arial"/>
                        </a:rPr>
                        <a:t>Muluken</a:t>
                      </a:r>
                      <a:r>
                        <a:rPr lang="en-US" sz="1600" b="0" u="none" strike="noStrike" dirty="0">
                          <a:solidFill>
                            <a:srgbClr val="000000"/>
                          </a:solidFill>
                          <a:effectLst/>
                          <a:uFillTx/>
                          <a:latin typeface="Arial"/>
                        </a:rPr>
                        <a:t> </a:t>
                      </a:r>
                      <a:br>
                        <a:rPr sz="1600" dirty="0"/>
                      </a:br>
                      <a:r>
                        <a:rPr lang="en-US" sz="1600" b="0" u="none" strike="noStrike" dirty="0">
                          <a:solidFill>
                            <a:srgbClr val="000000"/>
                          </a:solidFill>
                          <a:effectLst/>
                          <a:uFillTx/>
                          <a:latin typeface="Arial"/>
                        </a:rPr>
                        <a:t>&amp; Haile &amp; Mussie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1148606">
                <a:tc>
                  <a:txBody>
                    <a:bodyPr/>
                    <a:lstStyle/>
                    <a:p>
                      <a:pPr algn="ctr" defTabSz="914400">
                        <a:lnSpc>
                          <a:spcPct val="100000"/>
                        </a:lnSpc>
                      </a:pPr>
                      <a:r>
                        <a:rPr lang="en-US" sz="1600" b="1" u="none" strike="noStrike" dirty="0">
                          <a:solidFill>
                            <a:srgbClr val="000000"/>
                          </a:solidFill>
                          <a:effectLst/>
                          <a:uFillTx/>
                          <a:latin typeface="Arial"/>
                        </a:rPr>
                        <a:t>8</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CRM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Marketing</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85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marL="215900" indent="-215900" defTabSz="914400">
                        <a:lnSpc>
                          <a:spcPct val="100000"/>
                        </a:lnSpc>
                        <a:buClr>
                          <a:srgbClr val="000000"/>
                        </a:buClr>
                        <a:buSzPct val="45000"/>
                        <a:buFont typeface="Wingdings" charset="2"/>
                        <a:buChar char=""/>
                      </a:pPr>
                      <a:r>
                        <a:rPr lang="en-US" sz="1600" b="0" u="none" strike="noStrike" dirty="0" err="1">
                          <a:solidFill>
                            <a:srgbClr val="000000"/>
                          </a:solidFill>
                          <a:effectLst/>
                          <a:uFillTx/>
                          <a:latin typeface="Arial"/>
                        </a:rPr>
                        <a:t>Samrawi</a:t>
                      </a:r>
                      <a:r>
                        <a:rPr lang="en-US" sz="1600" b="0" u="none" strike="noStrike" dirty="0">
                          <a:solidFill>
                            <a:srgbClr val="000000"/>
                          </a:solidFill>
                          <a:effectLst/>
                          <a:uFillTx/>
                          <a:latin typeface="Arial"/>
                        </a:rPr>
                        <a:t> was on HR system KPI support</a:t>
                      </a:r>
                    </a:p>
                    <a:p>
                      <a:pPr marL="215900" indent="-215900" defTabSz="914400">
                        <a:lnSpc>
                          <a:spcPct val="100000"/>
                        </a:lnSpc>
                        <a:buClr>
                          <a:srgbClr val="000000"/>
                        </a:buClr>
                        <a:buSzPct val="45000"/>
                        <a:buFont typeface="Wingdings" charset="2"/>
                        <a:buChar char=""/>
                      </a:pPr>
                      <a:r>
                        <a:rPr lang="en-US" sz="1600" b="0" u="none" strike="noStrike" dirty="0">
                          <a:solidFill>
                            <a:srgbClr val="000000"/>
                          </a:solidFill>
                          <a:effectLst/>
                          <a:uFillTx/>
                          <a:latin typeface="Arial"/>
                        </a:rPr>
                        <a:t>Melese shifted to Sales management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Most of the modules are addressed will be finalized in the coming month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Samrawi</a:t>
                      </a:r>
                      <a:r>
                        <a:rPr lang="en-US" sz="1600" b="0" u="none" strike="noStrike" dirty="0">
                          <a:solidFill>
                            <a:srgbClr val="000000"/>
                          </a:solidFill>
                          <a:effectLst/>
                          <a:uFillTx/>
                          <a:latin typeface="Arial"/>
                        </a:rPr>
                        <a:t> and Melese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r h="610196">
                <a:tc>
                  <a:txBody>
                    <a:bodyPr/>
                    <a:lstStyle/>
                    <a:p>
                      <a:pPr algn="ctr" defTabSz="914400">
                        <a:lnSpc>
                          <a:spcPct val="100000"/>
                        </a:lnSpc>
                      </a:pPr>
                      <a:r>
                        <a:rPr lang="en-US" sz="1600" b="1" u="none" strike="noStrike" dirty="0">
                          <a:solidFill>
                            <a:srgbClr val="000000"/>
                          </a:solidFill>
                          <a:effectLst/>
                          <a:uFillTx/>
                          <a:latin typeface="Arial"/>
                        </a:rPr>
                        <a:t>9</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Sage 50 Integration with SMS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Finance</a:t>
                      </a:r>
                    </a:p>
                    <a:p>
                      <a:pPr defTabSz="914400">
                        <a:lnSpc>
                          <a:spcPct val="100000"/>
                        </a:lnSpc>
                      </a:pPr>
                      <a:r>
                        <a:rPr lang="en-US" sz="1600" b="0" u="none" strike="noStrike" dirty="0">
                          <a:solidFill>
                            <a:srgbClr val="000000"/>
                          </a:solidFill>
                          <a:effectLst/>
                          <a:uFillTx/>
                          <a:latin typeface="Arial"/>
                        </a:rPr>
                        <a:t>Commerce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60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Authentication error issue persist </a:t>
                      </a:r>
                      <a:endParaRPr lang="en-US" sz="1600" b="0" u="none" strike="noStrike" dirty="0">
                        <a:solidFill>
                          <a:srgbClr val="000000"/>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Collaborate as a team  and explore </a:t>
                      </a:r>
                      <a:endParaRPr lang="en-US" sz="1600" b="0" u="none" strike="noStrike" dirty="0">
                        <a:solidFill>
                          <a:srgbClr val="000000"/>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Feven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8"/>
                  </a:ext>
                </a:extLst>
              </a:tr>
              <a:tr h="861455">
                <a:tc>
                  <a:txBody>
                    <a:bodyPr/>
                    <a:lstStyle/>
                    <a:p>
                      <a:pPr algn="ctr" defTabSz="914400">
                        <a:lnSpc>
                          <a:spcPct val="100000"/>
                        </a:lnSpc>
                      </a:pPr>
                      <a:r>
                        <a:rPr lang="en-US" sz="1600" b="1" u="none" strike="noStrike" dirty="0">
                          <a:solidFill>
                            <a:srgbClr val="000000"/>
                          </a:solidFill>
                          <a:effectLst/>
                          <a:uFillTx/>
                          <a:latin typeface="Arial"/>
                        </a:rPr>
                        <a:t>10</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JOB portal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HR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100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Custom export and UI/UX change on the current portal</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Muluken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9"/>
                  </a:ext>
                </a:extLst>
              </a:tr>
              <a:tr h="861455">
                <a:tc>
                  <a:txBody>
                    <a:bodyPr/>
                    <a:lstStyle/>
                    <a:p>
                      <a:pPr algn="ctr" defTabSz="914400">
                        <a:lnSpc>
                          <a:spcPct val="100000"/>
                        </a:lnSpc>
                      </a:pPr>
                      <a:r>
                        <a:rPr lang="en-US" sz="1600" b="1" u="none" strike="noStrike" dirty="0">
                          <a:solidFill>
                            <a:srgbClr val="000000"/>
                          </a:solidFill>
                          <a:effectLst/>
                          <a:uFillTx/>
                          <a:latin typeface="Arial"/>
                        </a:rPr>
                        <a:t>11</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Procurement management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Procurement (local &amp; foreign)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20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ea typeface="Noto Sans CJK SC"/>
                        </a:rPr>
                        <a:t>40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60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Muluken</a:t>
                      </a:r>
                      <a:r>
                        <a:rPr lang="en-US" sz="1600" b="0" u="none" strike="noStrike" dirty="0">
                          <a:solidFill>
                            <a:srgbClr val="000000"/>
                          </a:solidFill>
                          <a:effectLst/>
                          <a:uFillTx/>
                          <a:latin typeface="Arial"/>
                        </a:rPr>
                        <a:t> was assigned to the job portal </a:t>
                      </a:r>
                      <a:endParaRPr lang="en-US" sz="1600" b="0" u="none" strike="noStrike" dirty="0">
                        <a:solidFill>
                          <a:srgbClr val="000000"/>
                        </a:solidFill>
                        <a:effectLst/>
                        <a:uFillTx/>
                        <a:latin typeface="Arial"/>
                        <a:ea typeface="Noto Sans CJK SC"/>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err="1">
                          <a:solidFill>
                            <a:srgbClr val="000000"/>
                          </a:solidFill>
                          <a:effectLst/>
                          <a:uFillTx/>
                          <a:latin typeface="Arial"/>
                        </a:rPr>
                        <a:t>Muluken</a:t>
                      </a:r>
                      <a:r>
                        <a:rPr lang="en-US" sz="1600" b="0" u="none" strike="noStrike" dirty="0">
                          <a:solidFill>
                            <a:srgbClr val="000000"/>
                          </a:solidFill>
                          <a:effectLst/>
                          <a:uFillTx/>
                          <a:latin typeface="Arial"/>
                        </a:rPr>
                        <a:t> has finished the Job portal it will have an important progress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rgbClr val="000000"/>
                          </a:solidFill>
                          <a:effectLst/>
                          <a:uFillTx/>
                          <a:latin typeface="Arial"/>
                        </a:rPr>
                        <a:t>Feven and </a:t>
                      </a:r>
                      <a:r>
                        <a:rPr lang="en-US" sz="1600" b="0" u="none" strike="noStrike" dirty="0" err="1">
                          <a:solidFill>
                            <a:srgbClr val="000000"/>
                          </a:solidFill>
                          <a:effectLst/>
                          <a:uFillTx/>
                          <a:latin typeface="Arial"/>
                        </a:rPr>
                        <a:t>Muluken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0"/>
                  </a:ext>
                </a:extLst>
              </a:tr>
              <a:tr h="394833">
                <a:tc>
                  <a:txBody>
                    <a:bodyPr/>
                    <a:lstStyle/>
                    <a:p>
                      <a:pPr algn="ctr" defTabSz="914400">
                        <a:lnSpc>
                          <a:spcPct val="100000"/>
                        </a:lnSpc>
                      </a:pPr>
                      <a:r>
                        <a:rPr lang="en-US" sz="1600" b="1" u="none" strike="noStrike" dirty="0">
                          <a:solidFill>
                            <a:schemeClr val="dk1"/>
                          </a:solidFill>
                          <a:effectLst/>
                          <a:uFillTx/>
                          <a:latin typeface="Arial"/>
                        </a:rPr>
                        <a:t>12</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rPr>
                        <a:t>Coffee certification System</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rPr>
                        <a:t>AMG Coffee</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ea typeface="Noto Sans CJK SC"/>
                        </a:rPr>
                        <a:t>100 </a:t>
                      </a:r>
                      <a:r>
                        <a:rPr lang="en-US" sz="1600" b="1" u="none" strike="noStrike" dirty="0">
                          <a:solidFill>
                            <a:schemeClr val="dk1"/>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ea typeface="Noto Sans CJK SC"/>
                        </a:rPr>
                        <a:t>100 </a:t>
                      </a:r>
                      <a:r>
                        <a:rPr lang="en-US" sz="1600" b="1" u="none" strike="noStrike" dirty="0">
                          <a:solidFill>
                            <a:schemeClr val="dk1"/>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dirty="0">
                          <a:solidFill>
                            <a:srgbClr val="000000"/>
                          </a:solidFill>
                          <a:effectLst/>
                          <a:uFillTx/>
                          <a:latin typeface="Arial"/>
                          <a:ea typeface="Noto Sans CJK SC"/>
                        </a:rPr>
                        <a:t>100</a:t>
                      </a:r>
                      <a:r>
                        <a:rPr lang="en-US" sz="1600" b="0" u="none" strike="noStrike" dirty="0">
                          <a:solidFill>
                            <a:srgbClr val="000000"/>
                          </a:solidFill>
                          <a:effectLst/>
                          <a:uFillTx/>
                          <a:latin typeface="Arial"/>
                          <a:ea typeface="Noto Sans CJK SC"/>
                        </a:rPr>
                        <a:t> </a:t>
                      </a:r>
                      <a:r>
                        <a:rPr lang="en-US" sz="1600" b="1" u="none" strike="noStrike" dirty="0">
                          <a:solidFill>
                            <a:srgbClr val="000000"/>
                          </a:solidFill>
                          <a:effectLst/>
                          <a:uFillTx/>
                          <a:latin typeface="Arial"/>
                        </a:rPr>
                        <a: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chemeClr val="dk1"/>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endParaRPr lang="en-US" sz="1600" b="0" u="none" strike="noStrike">
                        <a:solidFill>
                          <a:schemeClr val="dk1"/>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600" b="0" u="none" strike="noStrike" dirty="0">
                          <a:solidFill>
                            <a:schemeClr val="dk1"/>
                          </a:solidFill>
                          <a:effectLst/>
                          <a:uFillTx/>
                          <a:latin typeface="Arial"/>
                        </a:rPr>
                        <a:t>ICT</a:t>
                      </a:r>
                      <a:endParaRPr lang="en-US" sz="1600" b="0" u="none" strike="noStrike" dirty="0">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41" name="TextBox 10"/>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42" name="PlaceHolder 2"/>
          <p:cNvSpPr>
            <a:spLocks noGrp="1"/>
          </p:cNvSpPr>
          <p:nvPr>
            <p:ph/>
          </p:nvPr>
        </p:nvSpPr>
        <p:spPr>
          <a:xfrm>
            <a:off x="457200" y="1600200"/>
            <a:ext cx="16915320" cy="7657200"/>
          </a:xfrm>
          <a:prstGeom prst="rect">
            <a:avLst/>
          </a:prstGeom>
          <a:noFill/>
          <a:ln w="0">
            <a:noFill/>
          </a:ln>
        </p:spPr>
        <p:txBody>
          <a:bodyPr lIns="0" tIns="0" rIns="0" bIns="0" anchor="t">
            <a:normAutofit fontScale="85000" lnSpcReduction="19999"/>
          </a:bodyPr>
          <a:lstStyle/>
          <a:p>
            <a:pPr marL="431640" indent="-324000" defTabSz="914400">
              <a:lnSpc>
                <a:spcPct val="100000"/>
              </a:lnSpc>
              <a:spcBef>
                <a:spcPts val="1191"/>
              </a:spcBef>
              <a:spcAft>
                <a:spcPts val="992"/>
              </a:spcAft>
              <a:buClr>
                <a:srgbClr val="000000"/>
              </a:buClr>
              <a:buFont typeface="OpenSymbol"/>
              <a:buAutoNum type="arabicParenR"/>
            </a:pPr>
            <a:r>
              <a:rPr lang="en-US" sz="3200" b="1" u="none" strike="noStrike">
                <a:solidFill>
                  <a:schemeClr val="dk1"/>
                </a:solidFill>
                <a:effectLst/>
                <a:uFillTx/>
                <a:latin typeface="Arial"/>
              </a:rPr>
              <a:t>Sales Management System </a:t>
            </a:r>
            <a:endParaRPr lang="en-US" sz="3200" b="0" u="none" strike="noStrike">
              <a:solidFill>
                <a:schemeClr val="dk1"/>
              </a:solidFill>
              <a:effectLst/>
              <a:uFillTx/>
              <a:latin typeface="Arial"/>
            </a:endParaRPr>
          </a:p>
          <a:p>
            <a:pPr marL="431640" indent="0" defTabSz="914400">
              <a:lnSpc>
                <a:spcPct val="100000"/>
              </a:lnSpc>
              <a:spcBef>
                <a:spcPts val="1191"/>
              </a:spcBef>
              <a:spcAft>
                <a:spcPts val="992"/>
              </a:spcAft>
              <a:buNone/>
              <a:tabLst>
                <a:tab pos="0" algn="l"/>
              </a:tabLst>
            </a:pPr>
            <a:r>
              <a:rPr lang="en-US" sz="2400" b="0" u="none" strike="noStrike">
                <a:solidFill>
                  <a:schemeClr val="dk1"/>
                </a:solidFill>
                <a:effectLst/>
                <a:uFillTx/>
                <a:latin typeface="Arial"/>
              </a:rPr>
              <a:t>The Sales Management System project has successfully reached 100% completion, and the team is now preparing to make it live. A key part of the implementation plan focused on end-user engagement through comprehensive and practical training sessions.</a:t>
            </a:r>
          </a:p>
          <a:p>
            <a:pPr marL="43164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800" b="1" u="none" strike="noStrike">
                <a:solidFill>
                  <a:schemeClr val="dk1"/>
                </a:solidFill>
                <a:effectLst/>
                <a:uFillTx/>
                <a:latin typeface="Arial"/>
              </a:rPr>
              <a:t>User Engagement &amp; Workshop Training</a:t>
            </a:r>
            <a:endParaRPr lang="en-US" sz="280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Workshops conducted in both Gelan and Adama</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Attended by top management and over 107 participants</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Featured active discussions, feedback sessions, and demonstrations</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Followed by one-to-one practical training to ensure personalized understanding</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Each sales representative received a unique username and password to access the system</a:t>
            </a:r>
          </a:p>
          <a:p>
            <a:pPr marL="43164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800" b="1" u="none" strike="noStrike">
                <a:solidFill>
                  <a:schemeClr val="dk1"/>
                </a:solidFill>
                <a:effectLst/>
                <a:uFillTx/>
                <a:latin typeface="Arial"/>
              </a:rPr>
              <a:t>Implement Solutions for Questions Raised at the Workshop</a:t>
            </a:r>
            <a:endParaRPr lang="en-US" sz="28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Introduced Multiple Bank Deposit Slip functionality per one Sales Order (</a:t>
            </a:r>
            <a:r>
              <a:rPr lang="en-US" sz="2400" b="0" u="none" strike="noStrike">
                <a:solidFill>
                  <a:schemeClr val="dk1"/>
                </a:solidFill>
                <a:effectLst/>
                <a:uFillTx/>
                <a:latin typeface="Arial"/>
                <a:hlinkClick r:id="rId3" action="ppaction://hlinksldjump"/>
              </a:rPr>
              <a:t>Appendix I</a:t>
            </a:r>
            <a:r>
              <a:rPr lang="en-US" sz="2400" b="0" u="none" strike="noStrike">
                <a:solidFill>
                  <a:schemeClr val="dk1"/>
                </a:solidFill>
                <a:effectLst/>
                <a:uFillTx/>
                <a:latin typeface="Arial"/>
              </a:rPr>
              <a:t>)</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Added Financial Audit Checkup to the Commission module (</a:t>
            </a:r>
            <a:r>
              <a:rPr lang="en-US" sz="2400" b="0" u="none" strike="noStrike">
                <a:solidFill>
                  <a:schemeClr val="dk1"/>
                </a:solidFill>
                <a:effectLst/>
                <a:uFillTx/>
                <a:latin typeface="Arial"/>
                <a:hlinkClick r:id="rId3" action="ppaction://hlinksldjump"/>
              </a:rPr>
              <a:t>Appendix I</a:t>
            </a:r>
            <a:r>
              <a:rPr lang="en-US" sz="2400" b="0" u="none" strike="noStrike">
                <a:solidFill>
                  <a:schemeClr val="dk1"/>
                </a:solidFill>
                <a:effectLst/>
                <a:uFillTx/>
                <a:latin typeface="Arial"/>
              </a:rPr>
              <a:t>)</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Implemented Copy Button instead of repetitive search for one product on Sales Orders for efficiency  (</a:t>
            </a:r>
            <a:r>
              <a:rPr lang="en-US" sz="2400" b="0" u="none" strike="noStrike">
                <a:solidFill>
                  <a:schemeClr val="dk1"/>
                </a:solidFill>
                <a:effectLst/>
                <a:uFillTx/>
                <a:latin typeface="Arial"/>
                <a:hlinkClick r:id="rId3" action="ppaction://hlinksldjump"/>
              </a:rPr>
              <a:t>Appendix I</a:t>
            </a:r>
            <a:r>
              <a:rPr lang="en-US" sz="2400" b="0" u="none" strike="noStrike">
                <a:solidFill>
                  <a:schemeClr val="dk1"/>
                </a:solidFill>
                <a:effectLst/>
                <a:uFillTx/>
                <a:latin typeface="Arial"/>
              </a:rPr>
              <a:t>)</a:t>
            </a: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Update Commission Agent after Invoice confirmation (</a:t>
            </a:r>
            <a:r>
              <a:rPr lang="en-US" sz="2400" b="0" u="none" strike="noStrike">
                <a:solidFill>
                  <a:schemeClr val="dk1"/>
                </a:solidFill>
                <a:effectLst/>
                <a:uFillTx/>
                <a:latin typeface="Arial"/>
                <a:hlinkClick r:id="rId3" action="ppaction://hlinksldjump"/>
              </a:rPr>
              <a:t>Appendix I</a:t>
            </a:r>
            <a:r>
              <a:rPr lang="en-US" sz="2400" b="0" u="none" strike="noStrike">
                <a:solidFill>
                  <a:schemeClr val="dk1"/>
                </a:solidFill>
                <a:effectLst/>
                <a:uFillTx/>
                <a:latin typeface="Arial"/>
              </a:rPr>
              <a:t>)</a:t>
            </a:r>
          </a:p>
          <a:p>
            <a:pPr marL="43164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800" b="1" u="none" strike="noStrike">
                <a:solidFill>
                  <a:schemeClr val="dk1"/>
                </a:solidFill>
                <a:effectLst/>
                <a:uFillTx/>
                <a:latin typeface="Arial"/>
              </a:rPr>
              <a:t>Next Steps</a:t>
            </a:r>
            <a:endParaRPr lang="en-US" sz="280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Address Remaining questions raised during the workshop that  needs to be resolved Quickly</a:t>
            </a:r>
            <a:endParaRPr lang="en-US" sz="240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Create a main environment for Production purpose and use the current one </a:t>
            </a:r>
            <a:r>
              <a:rPr lang="en-US" sz="1800" b="0" u="none" strike="noStrike">
                <a:solidFill>
                  <a:schemeClr val="dk1"/>
                </a:solidFill>
                <a:effectLst/>
                <a:uFillTx/>
                <a:latin typeface="Arial"/>
                <a:ea typeface="Calibri"/>
              </a:rPr>
              <a:t>for test </a:t>
            </a:r>
            <a:r>
              <a:rPr lang="en-US" sz="2400" b="0" u="none" strike="noStrike">
                <a:solidFill>
                  <a:schemeClr val="dk1"/>
                </a:solidFill>
                <a:effectLst/>
                <a:uFillTx/>
                <a:latin typeface="Arial"/>
                <a:ea typeface="Calibri"/>
              </a:rPr>
              <a:t>as it is </a:t>
            </a:r>
            <a:endParaRPr lang="en-US" sz="240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Cleanup roles , Products, warehouse locations and migrate it to the main production</a:t>
            </a:r>
            <a:endParaRPr lang="en-US" sz="2400" b="0" u="none" strike="noStrike">
              <a:solidFill>
                <a:schemeClr val="dk1"/>
              </a:solidFill>
              <a:effectLst/>
              <a:uFillTx/>
              <a:latin typeface="Arial"/>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Make the platform live and perform testing with real transactions.</a:t>
            </a:r>
            <a:endParaRPr lang="en-US" sz="2400" b="0" u="none" strike="noStrike">
              <a:solidFill>
                <a:schemeClr val="dk1"/>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44" name="TextBox 9"/>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45" name="PlaceHolder 2"/>
          <p:cNvSpPr>
            <a:spLocks noGrp="1"/>
          </p:cNvSpPr>
          <p:nvPr>
            <p:ph/>
          </p:nvPr>
        </p:nvSpPr>
        <p:spPr>
          <a:xfrm>
            <a:off x="457200" y="1600200"/>
            <a:ext cx="16915320" cy="7657200"/>
          </a:xfrm>
          <a:prstGeom prst="rect">
            <a:avLst/>
          </a:prstGeom>
          <a:noFill/>
          <a:ln w="0">
            <a:noFill/>
          </a:ln>
        </p:spPr>
        <p:txBody>
          <a:bodyPr lIns="0" tIns="0" rIns="0" bIns="0" anchor="t">
            <a:normAutofit lnSpcReduction="9999"/>
          </a:bodyPr>
          <a:lstStyle/>
          <a:p>
            <a:pPr marL="432000" indent="-324000" defTabSz="914400">
              <a:lnSpc>
                <a:spcPct val="100000"/>
              </a:lnSpc>
              <a:spcBef>
                <a:spcPts val="1191"/>
              </a:spcBef>
              <a:spcAft>
                <a:spcPts val="992"/>
              </a:spcAft>
              <a:buClr>
                <a:srgbClr val="000000"/>
              </a:buClr>
              <a:buFont typeface="OpenSymbol"/>
              <a:buAutoNum type="arabicParenR" startAt="2"/>
            </a:pPr>
            <a:r>
              <a:rPr lang="en-US" sz="2720" b="1" u="none" strike="noStrike">
                <a:solidFill>
                  <a:schemeClr val="dk1"/>
                </a:solidFill>
                <a:effectLst/>
                <a:uFillTx/>
                <a:latin typeface="Arial"/>
              </a:rPr>
              <a:t>Manufacturing Management System  (Partially)</a:t>
            </a:r>
            <a:endParaRPr lang="en-US" sz="2720" b="0" u="none" strike="noStrike">
              <a:solidFill>
                <a:schemeClr val="dk1"/>
              </a:solidFill>
              <a:effectLst/>
              <a:uFillTx/>
              <a:latin typeface="Arial"/>
            </a:endParaRPr>
          </a:p>
          <a:p>
            <a:pPr marL="432000" indent="0" defTabSz="914400">
              <a:lnSpc>
                <a:spcPct val="100000"/>
              </a:lnSpc>
              <a:spcBef>
                <a:spcPts val="1191"/>
              </a:spcBef>
              <a:spcAft>
                <a:spcPts val="992"/>
              </a:spcAft>
              <a:buNone/>
              <a:tabLst>
                <a:tab pos="0" algn="l"/>
              </a:tabLst>
            </a:pPr>
            <a:r>
              <a:rPr lang="en-US" sz="2400" b="0" u="none" strike="noStrike">
                <a:solidFill>
                  <a:schemeClr val="dk1"/>
                </a:solidFill>
                <a:effectLst/>
                <a:uFillTx/>
                <a:latin typeface="Arial"/>
              </a:rPr>
              <a:t>The Manufacturing Management System project has  reached 60% completion, and we can use it with the sales management system for managing the manufacturing-based orders.</a:t>
            </a:r>
          </a:p>
          <a:p>
            <a:pPr marL="43200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380" b="1" u="none" strike="noStrike">
                <a:solidFill>
                  <a:schemeClr val="dk1"/>
                </a:solidFill>
                <a:effectLst/>
                <a:uFillTx/>
                <a:latin typeface="Arial"/>
              </a:rPr>
              <a:t>User Engagement &amp; Workshop Training</a:t>
            </a:r>
            <a:endParaRPr lang="en-US" sz="2380" b="0" u="none" strike="noStrike">
              <a:solidFill>
                <a:schemeClr val="dk1"/>
              </a:solidFill>
              <a:effectLst/>
              <a:uFillTx/>
              <a:latin typeface="Arial"/>
            </a:endParaRP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Training is conducted parallel  with the sales management system </a:t>
            </a: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One to one Training conducted at Gelan Manufacturing Place </a:t>
            </a:r>
          </a:p>
          <a:p>
            <a:pPr marL="43200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380" b="1" u="none" strike="noStrike">
                <a:solidFill>
                  <a:schemeClr val="dk1"/>
                </a:solidFill>
                <a:effectLst/>
                <a:uFillTx/>
                <a:latin typeface="Arial"/>
              </a:rPr>
              <a:t>Implemented Solutions </a:t>
            </a:r>
            <a:endParaRPr lang="en-US" sz="2380" b="0" u="none" strike="noStrike">
              <a:solidFill>
                <a:schemeClr val="dk1"/>
              </a:solidFill>
              <a:effectLst/>
              <a:uFillTx/>
              <a:latin typeface="Arial"/>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Define clear Role Based access  for manufacturing users</a:t>
            </a: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Enable Manufacturing step to 3 step flow . </a:t>
            </a:r>
          </a:p>
          <a:p>
            <a:pPr marL="1296000" lvl="2" indent="-288000" defTabSz="914400">
              <a:lnSpc>
                <a:spcPct val="100000"/>
              </a:lnSpc>
              <a:spcBef>
                <a:spcPts val="850"/>
              </a:spcBef>
              <a:buClr>
                <a:srgbClr val="000000"/>
              </a:buClr>
              <a:buSzPct val="45000"/>
              <a:buFont typeface="Wingdings" charset="2"/>
              <a:buChar char=""/>
              <a:tabLst>
                <a:tab pos="0" algn="l"/>
              </a:tabLst>
            </a:pPr>
            <a:r>
              <a:rPr lang="en-US" sz="2400" b="0" u="none" strike="noStrike">
                <a:solidFill>
                  <a:schemeClr val="dk1"/>
                </a:solidFill>
                <a:effectLst/>
                <a:uFillTx/>
                <a:latin typeface="Arial"/>
              </a:rPr>
              <a:t>Pick components form  raw material store</a:t>
            </a:r>
          </a:p>
          <a:p>
            <a:pPr marL="1296000" lvl="2" indent="-288000" defTabSz="914400">
              <a:lnSpc>
                <a:spcPct val="100000"/>
              </a:lnSpc>
              <a:spcBef>
                <a:spcPts val="850"/>
              </a:spcBef>
              <a:buClr>
                <a:srgbClr val="000000"/>
              </a:buClr>
              <a:buSzPct val="45000"/>
              <a:buFont typeface="Wingdings" charset="2"/>
              <a:buChar char=""/>
              <a:tabLst>
                <a:tab pos="0" algn="l"/>
              </a:tabLst>
            </a:pPr>
            <a:r>
              <a:rPr lang="en-US" sz="2400" b="0" u="none" strike="noStrike">
                <a:solidFill>
                  <a:schemeClr val="dk1"/>
                </a:solidFill>
                <a:effectLst/>
                <a:uFillTx/>
                <a:latin typeface="Arial"/>
              </a:rPr>
              <a:t>Manufacture products</a:t>
            </a:r>
          </a:p>
          <a:p>
            <a:pPr marL="1296000" lvl="2" indent="-288000" defTabSz="914400">
              <a:lnSpc>
                <a:spcPct val="100000"/>
              </a:lnSpc>
              <a:spcBef>
                <a:spcPts val="850"/>
              </a:spcBef>
              <a:buClr>
                <a:srgbClr val="000000"/>
              </a:buClr>
              <a:buSzPct val="45000"/>
              <a:buFont typeface="Wingdings" charset="2"/>
              <a:buChar char=""/>
              <a:tabLst>
                <a:tab pos="0" algn="l"/>
              </a:tabLst>
            </a:pPr>
            <a:r>
              <a:rPr lang="en-US" sz="2400" b="0" u="none" strike="noStrike">
                <a:solidFill>
                  <a:schemeClr val="dk1"/>
                </a:solidFill>
                <a:effectLst/>
                <a:uFillTx/>
                <a:latin typeface="Arial"/>
              </a:rPr>
              <a:t>Move Products to Finished Product store </a:t>
            </a:r>
            <a:r>
              <a:rPr lang="en-US" sz="2400" b="0" u="none" strike="noStrike">
                <a:solidFill>
                  <a:schemeClr val="dk1"/>
                </a:solidFill>
                <a:effectLst/>
                <a:uFillTx/>
                <a:latin typeface="Arial"/>
                <a:ea typeface="Noto Sans CJK SC"/>
              </a:rPr>
              <a:t> </a:t>
            </a:r>
            <a:endParaRPr lang="en-US" sz="2400" b="0" u="none" strike="noStrike">
              <a:solidFill>
                <a:schemeClr val="dk1"/>
              </a:solidFill>
              <a:effectLst/>
              <a:uFillTx/>
              <a:latin typeface="Arial"/>
            </a:endParaRPr>
          </a:p>
          <a:p>
            <a:pPr marL="43200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380" b="1" u="none" strike="noStrike">
                <a:solidFill>
                  <a:schemeClr val="dk1"/>
                </a:solidFill>
                <a:effectLst/>
                <a:uFillTx/>
                <a:latin typeface="Arial"/>
              </a:rPr>
              <a:t>Next Steps</a:t>
            </a:r>
            <a:endParaRPr lang="en-US" sz="2380" b="0" u="none" strike="noStrike">
              <a:solidFill>
                <a:schemeClr val="dk1"/>
              </a:solidFill>
              <a:effectLst/>
              <a:uFillTx/>
              <a:latin typeface="Arial"/>
            </a:endParaRP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Noto Sans CJK SC"/>
              </a:rPr>
              <a:t>Update Products with the 3-step flow</a:t>
            </a:r>
            <a:endParaRPr lang="en-US" sz="2400" b="0" u="none" strike="noStrike">
              <a:solidFill>
                <a:schemeClr val="dk1"/>
              </a:solidFill>
              <a:effectLst/>
              <a:uFillTx/>
              <a:latin typeface="Arial"/>
            </a:endParaRP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Noto Sans CJK SC"/>
              </a:rPr>
              <a:t>Implement Quality Control Module </a:t>
            </a:r>
            <a:endParaRPr lang="en-US" sz="2400" b="0" u="none" strike="noStrike">
              <a:solidFill>
                <a:schemeClr val="dk1"/>
              </a:solidFill>
              <a:effectLst/>
              <a:uFillTx/>
              <a:latin typeface="Arial"/>
            </a:endParaRPr>
          </a:p>
          <a:p>
            <a:pPr marL="86400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Noto Sans CJK SC"/>
              </a:rPr>
              <a:t>Implement Product Placement </a:t>
            </a:r>
            <a:endParaRPr lang="en-US" sz="2400" b="0" u="none" strike="noStrike">
              <a:solidFill>
                <a:schemeClr val="dk1"/>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47" name="TextBox 2"/>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48" name="PlaceHolder 2"/>
          <p:cNvSpPr>
            <a:spLocks noGrp="1"/>
          </p:cNvSpPr>
          <p:nvPr>
            <p:ph/>
          </p:nvPr>
        </p:nvSpPr>
        <p:spPr>
          <a:xfrm>
            <a:off x="457200" y="1600200"/>
            <a:ext cx="16915320" cy="7772400"/>
          </a:xfrm>
          <a:prstGeom prst="rect">
            <a:avLst/>
          </a:prstGeom>
          <a:noFill/>
          <a:ln w="0">
            <a:noFill/>
          </a:ln>
        </p:spPr>
        <p:txBody>
          <a:bodyPr lIns="0" tIns="0" rIns="0" bIns="0" anchor="ctr">
            <a:normAutofit fontScale="25000" lnSpcReduction="19999"/>
          </a:bodyPr>
          <a:lstStyle/>
          <a:p>
            <a:pPr marL="431640" indent="-324000" algn="just" defTabSz="914400">
              <a:lnSpc>
                <a:spcPct val="100000"/>
              </a:lnSpc>
              <a:spcBef>
                <a:spcPts val="1191"/>
              </a:spcBef>
              <a:spcAft>
                <a:spcPts val="992"/>
              </a:spcAft>
              <a:buClr>
                <a:srgbClr val="000000"/>
              </a:buClr>
              <a:buFont typeface="OpenSymbol"/>
              <a:buAutoNum type="arabicParenR" startAt="3"/>
            </a:pPr>
            <a:r>
              <a:rPr lang="en-US" sz="11620" b="1" u="none" strike="noStrike">
                <a:solidFill>
                  <a:schemeClr val="dk1"/>
                </a:solidFill>
                <a:effectLst/>
                <a:uFillTx/>
                <a:latin typeface="Arial"/>
              </a:rPr>
              <a:t>CRM System</a:t>
            </a:r>
            <a:r>
              <a:rPr lang="en-US" sz="8800" b="1" u="none" strike="noStrike">
                <a:solidFill>
                  <a:schemeClr val="dk1"/>
                </a:solidFill>
                <a:effectLst/>
                <a:uFillTx/>
                <a:latin typeface="Arial"/>
              </a:rPr>
              <a:t> </a:t>
            </a:r>
            <a:endParaRPr lang="en-US" sz="8800" b="0" u="none" strike="noStrike">
              <a:solidFill>
                <a:schemeClr val="dk1"/>
              </a:solidFill>
              <a:effectLst/>
              <a:uFillTx/>
              <a:latin typeface="Calibri"/>
            </a:endParaRPr>
          </a:p>
          <a:p>
            <a:pPr marL="431640" indent="0" defTabSz="914400">
              <a:lnSpc>
                <a:spcPct val="100000"/>
              </a:lnSpc>
              <a:spcBef>
                <a:spcPts val="1191"/>
              </a:spcBef>
              <a:spcAft>
                <a:spcPts val="992"/>
              </a:spcAft>
              <a:buNone/>
              <a:tabLst>
                <a:tab pos="0" algn="l"/>
              </a:tabLst>
            </a:pPr>
            <a:r>
              <a:rPr lang="en-US" sz="9600" b="0" u="none" strike="noStrike">
                <a:solidFill>
                  <a:schemeClr val="dk1"/>
                </a:solidFill>
                <a:effectLst/>
                <a:uFillTx/>
                <a:latin typeface="Arial"/>
              </a:rPr>
              <a:t>The CRM  System is designed to streamline sales operations, enhance customer relationship management, and provide actionable insights for decision-making. The focus is on improving efficiency, visibility, and collaboration across the sales team while ensuring data-driven decisions.</a:t>
            </a:r>
            <a:endParaRPr lang="en-US" sz="9600" b="0" u="none" strike="noStrike">
              <a:solidFill>
                <a:schemeClr val="dk1"/>
              </a:solidFill>
              <a:effectLst/>
              <a:uFillTx/>
              <a:latin typeface="Calibri"/>
            </a:endParaRPr>
          </a:p>
          <a:p>
            <a:pPr marL="431640" indent="-324000" defTabSz="914400">
              <a:lnSpc>
                <a:spcPct val="150000"/>
              </a:lnSpc>
              <a:spcBef>
                <a:spcPts val="1191"/>
              </a:spcBef>
              <a:spcAft>
                <a:spcPts val="992"/>
              </a:spcAft>
              <a:buClr>
                <a:srgbClr val="000000"/>
              </a:buClr>
              <a:buSzPct val="45000"/>
              <a:buFont typeface="Wingdings" charset="2"/>
              <a:buChar char=""/>
              <a:tabLst>
                <a:tab pos="0" algn="l"/>
              </a:tabLst>
            </a:pPr>
            <a:r>
              <a:rPr lang="en-US" sz="9500" b="1" u="none" strike="noStrike">
                <a:solidFill>
                  <a:schemeClr val="dk1"/>
                </a:solidFill>
                <a:effectLst/>
                <a:uFillTx/>
                <a:latin typeface="Arial"/>
              </a:rPr>
              <a:t>Development (</a:t>
            </a:r>
            <a:r>
              <a:rPr lang="en-US" sz="9500" b="1" u="none" strike="noStrike">
                <a:solidFill>
                  <a:schemeClr val="dk1"/>
                </a:solidFill>
                <a:effectLst/>
                <a:uFillTx/>
                <a:latin typeface="Arial"/>
                <a:hlinkClick r:id="rId3" action="ppaction://hlinksldjump"/>
              </a:rPr>
              <a:t>Appendix V</a:t>
            </a:r>
            <a:r>
              <a:rPr lang="en-US" sz="9500" b="1" u="none" strike="noStrike">
                <a:solidFill>
                  <a:schemeClr val="dk1"/>
                </a:solidFill>
                <a:effectLst/>
                <a:uFillTx/>
                <a:latin typeface="Arial"/>
              </a:rPr>
              <a:t>)</a:t>
            </a:r>
            <a:endParaRPr lang="en-US" sz="950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KPI Module</a:t>
            </a:r>
            <a:r>
              <a:rPr lang="en-US" sz="9410" b="0" u="none" strike="noStrike">
                <a:solidFill>
                  <a:schemeClr val="dk1"/>
                </a:solidFill>
                <a:effectLst/>
                <a:uFillTx/>
                <a:latin typeface="Arial"/>
              </a:rPr>
              <a:t>: Enables tracking and measurement of key performance indicators for sales teams, providing actionable insights for decision-making.</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Telemarketing Module</a:t>
            </a:r>
            <a:r>
              <a:rPr lang="en-US" sz="9410" b="0" u="none" strike="noStrike">
                <a:solidFill>
                  <a:schemeClr val="dk1"/>
                </a:solidFill>
                <a:effectLst/>
                <a:uFillTx/>
                <a:latin typeface="Arial"/>
              </a:rPr>
              <a:t>: Streamlines inbound , outbound call management, and lead follow-ups.</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Market Intelligence Module</a:t>
            </a:r>
            <a:r>
              <a:rPr lang="en-US" sz="9410" b="0" u="none" strike="noStrike">
                <a:solidFill>
                  <a:schemeClr val="dk1"/>
                </a:solidFill>
                <a:effectLst/>
                <a:uFillTx/>
                <a:latin typeface="Arial"/>
              </a:rPr>
              <a:t>: Collects and analyzes market data </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Price Log</a:t>
            </a:r>
            <a:r>
              <a:rPr lang="en-US" sz="9410" b="0" u="none" strike="noStrike">
                <a:solidFill>
                  <a:schemeClr val="dk1"/>
                </a:solidFill>
                <a:effectLst/>
                <a:uFillTx/>
                <a:latin typeface="Arial"/>
              </a:rPr>
              <a:t>: Tracks pricing history and adjustments to maintain transparency and accuracy.</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1" u="none" strike="noStrike">
                <a:solidFill>
                  <a:schemeClr val="dk1"/>
                </a:solidFill>
                <a:effectLst/>
                <a:uFillTx/>
                <a:latin typeface="Arial"/>
              </a:rPr>
              <a:t>Encounter Visit Module</a:t>
            </a:r>
            <a:r>
              <a:rPr lang="en-US" sz="9410" b="0" u="none" strike="noStrike">
                <a:solidFill>
                  <a:schemeClr val="dk1"/>
                </a:solidFill>
                <a:effectLst/>
                <a:uFillTx/>
                <a:latin typeface="Arial"/>
              </a:rPr>
              <a:t>: Records Sales Rep visits, meetings, and interactions</a:t>
            </a:r>
            <a:endParaRPr lang="en-US" sz="9410" b="0" u="none" strike="noStrike">
              <a:solidFill>
                <a:schemeClr val="dk1"/>
              </a:solidFill>
              <a:effectLst/>
              <a:uFillTx/>
              <a:latin typeface="Calibri"/>
            </a:endParaRPr>
          </a:p>
          <a:p>
            <a:pPr marL="431640" indent="-324000" defTabSz="914400">
              <a:lnSpc>
                <a:spcPct val="150000"/>
              </a:lnSpc>
              <a:spcBef>
                <a:spcPts val="1417"/>
              </a:spcBef>
              <a:buClr>
                <a:srgbClr val="000000"/>
              </a:buClr>
              <a:buSzPct val="45000"/>
              <a:buFont typeface="Wingdings" charset="2"/>
              <a:buChar char=""/>
              <a:tabLst>
                <a:tab pos="0" algn="l"/>
              </a:tabLst>
            </a:pPr>
            <a:r>
              <a:rPr lang="en-US" sz="9500" b="1" u="none" strike="noStrike">
                <a:solidFill>
                  <a:schemeClr val="dk1"/>
                </a:solidFill>
                <a:effectLst/>
                <a:uFillTx/>
                <a:latin typeface="Arial"/>
                <a:ea typeface="Calibri"/>
              </a:rPr>
              <a:t>N</a:t>
            </a:r>
            <a:r>
              <a:rPr lang="en-US" sz="9500" b="1" u="none" strike="noStrike">
                <a:solidFill>
                  <a:srgbClr val="000000"/>
                </a:solidFill>
                <a:effectLst/>
                <a:uFillTx/>
                <a:latin typeface="Arial"/>
              </a:rPr>
              <a:t>ext Steps</a:t>
            </a:r>
            <a:endParaRPr lang="en-US" sz="950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0" u="none" strike="noStrike">
                <a:solidFill>
                  <a:schemeClr val="dk1"/>
                </a:solidFill>
                <a:effectLst/>
                <a:uFillTx/>
                <a:latin typeface="Arial"/>
              </a:rPr>
              <a:t>Ensure Role-Based Access Control (RBAC) is fully implemented and functioning across all modules.</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0" u="none" strike="noStrike">
                <a:solidFill>
                  <a:schemeClr val="dk1"/>
                </a:solidFill>
                <a:effectLst/>
                <a:uFillTx/>
                <a:latin typeface="Arial"/>
              </a:rPr>
              <a:t>Develop KPI target vs. actual analysis reporting to track team performance.</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0" u="none" strike="noStrike">
                <a:solidFill>
                  <a:schemeClr val="dk1"/>
                </a:solidFill>
                <a:effectLst/>
                <a:uFillTx/>
                <a:latin typeface="Arial"/>
              </a:rPr>
              <a:t>Create custom reports on leads, KPIs, and other key sales metrics.</a:t>
            </a:r>
            <a:endParaRPr lang="en-US" sz="9410" b="0" u="none" strike="noStrike">
              <a:solidFill>
                <a:schemeClr val="dk1"/>
              </a:solidFill>
              <a:effectLst/>
              <a:uFillTx/>
              <a:latin typeface="Calibri"/>
            </a:endParaRPr>
          </a:p>
          <a:p>
            <a:pPr marL="863640" lvl="1" indent="-324000" defTabSz="914400">
              <a:lnSpc>
                <a:spcPct val="100000"/>
              </a:lnSpc>
              <a:spcBef>
                <a:spcPts val="1191"/>
              </a:spcBef>
              <a:spcAft>
                <a:spcPts val="992"/>
              </a:spcAft>
              <a:buClr>
                <a:srgbClr val="000000"/>
              </a:buClr>
              <a:buSzPct val="75000"/>
              <a:buFont typeface="Symbol" charset="2"/>
              <a:buChar char=""/>
              <a:tabLst>
                <a:tab pos="0" algn="l"/>
              </a:tabLst>
            </a:pPr>
            <a:r>
              <a:rPr lang="en-US" sz="9410" b="0" u="none" strike="noStrike">
                <a:solidFill>
                  <a:schemeClr val="dk1"/>
                </a:solidFill>
                <a:effectLst/>
                <a:uFillTx/>
                <a:latin typeface="Arial"/>
              </a:rPr>
              <a:t>Design and implement a CRM dashboard tailored for the Marketing Manager, providing actionable insights at a glance.</a:t>
            </a:r>
            <a:endParaRPr lang="en-US" sz="9410" b="0" u="none" strike="noStrike">
              <a:solidFill>
                <a:schemeClr val="dk1"/>
              </a:solidFill>
              <a:effectLst/>
              <a:uFillTx/>
              <a:latin typeface="Calibri"/>
            </a:endParaRPr>
          </a:p>
          <a:p>
            <a:pPr marL="863640" indent="0" defTabSz="914400">
              <a:lnSpc>
                <a:spcPct val="100000"/>
              </a:lnSpc>
              <a:spcBef>
                <a:spcPts val="1191"/>
              </a:spcBef>
              <a:spcAft>
                <a:spcPts val="992"/>
              </a:spcAft>
              <a:buNone/>
              <a:tabLst>
                <a:tab pos="0" algn="l"/>
              </a:tabLst>
            </a:pPr>
            <a:r>
              <a:rPr lang="en-US" sz="2400" b="0" u="none" strike="noStrike">
                <a:solidFill>
                  <a:schemeClr val="dk1"/>
                </a:solidFill>
                <a:effectLst/>
                <a:uFillTx/>
                <a:latin typeface="Calibri"/>
                <a:ea typeface="Calibri"/>
              </a:rPr>
              <a:t> </a:t>
            </a:r>
            <a:endParaRPr lang="en-US" sz="2400" b="0" u="none" strike="noStrike">
              <a:solidFill>
                <a:schemeClr val="dk1"/>
              </a:solidFill>
              <a:effectLst/>
              <a:uFillTx/>
              <a:latin typeface="Calibri"/>
            </a:endParaRPr>
          </a:p>
          <a:p>
            <a:pPr marL="863640" indent="0" defTabSz="914400">
              <a:lnSpc>
                <a:spcPct val="100000"/>
              </a:lnSpc>
              <a:spcBef>
                <a:spcPts val="1134"/>
              </a:spcBef>
              <a:buNone/>
              <a:tabLst>
                <a:tab pos="0" algn="l"/>
              </a:tabLst>
            </a:pPr>
            <a:r>
              <a:rPr lang="en-US" sz="2400" b="0" u="none" strike="noStrike">
                <a:solidFill>
                  <a:schemeClr val="dk1"/>
                </a:solidFill>
                <a:effectLst/>
                <a:uFillTx/>
                <a:latin typeface="Calibri"/>
                <a:ea typeface="Calibri"/>
              </a:rPr>
              <a:t> </a:t>
            </a:r>
            <a:endParaRPr lang="en-US" sz="2400" b="0" u="none" strike="noStrike">
              <a:solidFill>
                <a:schemeClr val="dk1"/>
              </a:solidFill>
              <a:effectLst/>
              <a:uFillTx/>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50" name="TextBox 11"/>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51" name="PlaceHolder 2"/>
          <p:cNvSpPr>
            <a:spLocks noGrp="1"/>
          </p:cNvSpPr>
          <p:nvPr>
            <p:ph/>
          </p:nvPr>
        </p:nvSpPr>
        <p:spPr>
          <a:xfrm>
            <a:off x="457200" y="1600200"/>
            <a:ext cx="16915320" cy="7657200"/>
          </a:xfrm>
          <a:prstGeom prst="rect">
            <a:avLst/>
          </a:prstGeom>
          <a:noFill/>
          <a:ln w="0">
            <a:noFill/>
          </a:ln>
        </p:spPr>
        <p:txBody>
          <a:bodyPr lIns="0" tIns="0" rIns="0" bIns="0" anchor="t">
            <a:normAutofit/>
          </a:bodyPr>
          <a:lstStyle/>
          <a:p>
            <a:pPr marL="431280" indent="-324000" defTabSz="914400">
              <a:lnSpc>
                <a:spcPct val="100000"/>
              </a:lnSpc>
              <a:spcBef>
                <a:spcPts val="1191"/>
              </a:spcBef>
              <a:spcAft>
                <a:spcPts val="992"/>
              </a:spcAft>
              <a:buClr>
                <a:srgbClr val="000000"/>
              </a:buClr>
              <a:buFont typeface="OpenSymbol"/>
              <a:buAutoNum type="arabicParenR" startAt="4"/>
            </a:pPr>
            <a:r>
              <a:rPr lang="en-US" sz="2600" b="1" u="none" strike="noStrike">
                <a:solidFill>
                  <a:schemeClr val="dk1"/>
                </a:solidFill>
                <a:effectLst/>
                <a:uFillTx/>
                <a:latin typeface="Arial"/>
              </a:rPr>
              <a:t>JOB Portal System </a:t>
            </a:r>
            <a:endParaRPr lang="en-US" sz="2600" b="0" u="none" strike="noStrike">
              <a:solidFill>
                <a:schemeClr val="dk1"/>
              </a:solidFill>
              <a:effectLst/>
              <a:uFillTx/>
              <a:latin typeface="Calibri"/>
            </a:endParaRPr>
          </a:p>
          <a:p>
            <a:pPr marL="431280" indent="0" defTabSz="914400">
              <a:lnSpc>
                <a:spcPct val="100000"/>
              </a:lnSpc>
              <a:spcBef>
                <a:spcPts val="1191"/>
              </a:spcBef>
              <a:spcAft>
                <a:spcPts val="992"/>
              </a:spcAft>
              <a:buNone/>
              <a:tabLst>
                <a:tab pos="0" algn="l"/>
              </a:tabLst>
            </a:pPr>
            <a:r>
              <a:rPr lang="en-US" sz="2400" b="0" u="none" strike="noStrike">
                <a:solidFill>
                  <a:schemeClr val="dk1"/>
                </a:solidFill>
                <a:effectLst/>
                <a:uFillTx/>
                <a:latin typeface="Arial"/>
              </a:rPr>
              <a:t>The job portal System project has successfully reached 100% completion, and training is conducted and it is in production  A key part of the implementation plan focused on customizing the UI/UX of the current JOB Portal system .</a:t>
            </a:r>
            <a:endParaRPr lang="en-US" sz="2400" b="0" u="none" strike="noStrike">
              <a:solidFill>
                <a:schemeClr val="dk1"/>
              </a:solidFill>
              <a:effectLst/>
              <a:uFillTx/>
              <a:latin typeface="Calibri"/>
            </a:endParaRPr>
          </a:p>
          <a:p>
            <a:pPr marL="43128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400" b="1" u="none" strike="noStrike">
                <a:solidFill>
                  <a:schemeClr val="dk1"/>
                </a:solidFill>
                <a:effectLst/>
                <a:uFillTx/>
                <a:latin typeface="Arial"/>
              </a:rPr>
              <a:t>Development (</a:t>
            </a:r>
            <a:r>
              <a:rPr lang="en-US" sz="2400" b="1" u="none" strike="noStrike">
                <a:solidFill>
                  <a:schemeClr val="dk1"/>
                </a:solidFill>
                <a:effectLst/>
                <a:uFillTx/>
                <a:latin typeface="Arial"/>
                <a:hlinkClick r:id="rId3" action="ppaction://hlinksldjump"/>
              </a:rPr>
              <a:t>Appendix II</a:t>
            </a:r>
            <a:r>
              <a:rPr lang="en-US" sz="2400" b="1" u="none" strike="noStrike">
                <a:solidFill>
                  <a:schemeClr val="dk1"/>
                </a:solidFill>
                <a:effectLst/>
                <a:uFillTx/>
                <a:latin typeface="Arial"/>
              </a:rPr>
              <a:t>)</a:t>
            </a:r>
            <a:endParaRPr lang="en-US" sz="2400" b="0" u="none" strike="noStrike">
              <a:solidFill>
                <a:schemeClr val="dk1"/>
              </a:solidFill>
              <a:effectLst/>
              <a:uFillTx/>
              <a:latin typeface="Calibri"/>
            </a:endParaRPr>
          </a:p>
          <a:p>
            <a:pPr marL="863640" lvl="1" indent="-324000" defTabSz="914400">
              <a:lnSpc>
                <a:spcPct val="9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Add new plugin for exporting applicants Data with customized format (AMG file Export)</a:t>
            </a:r>
            <a:endParaRPr lang="en-US" sz="2400" b="0" u="none" strike="noStrike">
              <a:solidFill>
                <a:schemeClr val="dk1"/>
              </a:solidFill>
              <a:effectLst/>
              <a:uFillTx/>
              <a:latin typeface="Calibri"/>
            </a:endParaRPr>
          </a:p>
          <a:p>
            <a:pPr marL="863640" lvl="1" indent="-324000" defTabSz="914400">
              <a:lnSpc>
                <a:spcPct val="9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Enhance the UI/ UX of the current portal for better user engagement and accessibility  </a:t>
            </a:r>
            <a:endParaRPr lang="en-US" sz="2400" b="0" u="none" strike="noStrike">
              <a:solidFill>
                <a:schemeClr val="dk1"/>
              </a:solidFill>
              <a:effectLst/>
              <a:uFillTx/>
              <a:latin typeface="Calibri"/>
            </a:endParaRPr>
          </a:p>
          <a:p>
            <a:pPr marL="43128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400" b="1" u="none" strike="noStrike">
                <a:solidFill>
                  <a:srgbClr val="000000"/>
                </a:solidFill>
                <a:effectLst/>
                <a:uFillTx/>
                <a:latin typeface="Arial"/>
              </a:rPr>
              <a:t>Training</a:t>
            </a:r>
            <a:endParaRPr lang="en-US" sz="24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Conducted hands-on Job Portal training for the HR Department (Ato Wendesen Eshete and Dagimawit)</a:t>
            </a:r>
            <a:endParaRPr lang="en-US" sz="24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rPr>
              <a:t>Featured active discussions, feedback sessions, and demonstrations</a:t>
            </a:r>
            <a:endParaRPr lang="en-US" sz="2400" b="0" u="none" strike="noStrike">
              <a:solidFill>
                <a:schemeClr val="dk1"/>
              </a:solidFill>
              <a:effectLst/>
              <a:uFillTx/>
              <a:latin typeface="Calibri"/>
            </a:endParaRPr>
          </a:p>
          <a:p>
            <a:pPr marL="431280" indent="-324000" defTabSz="914400">
              <a:lnSpc>
                <a:spcPct val="100000"/>
              </a:lnSpc>
              <a:spcBef>
                <a:spcPts val="1191"/>
              </a:spcBef>
              <a:spcAft>
                <a:spcPts val="992"/>
              </a:spcAft>
              <a:buClr>
                <a:srgbClr val="000000"/>
              </a:buClr>
              <a:buSzPct val="45000"/>
              <a:buFont typeface="Wingdings" charset="2"/>
              <a:buChar char=""/>
              <a:tabLst>
                <a:tab pos="0" algn="l"/>
              </a:tabLst>
            </a:pPr>
            <a:r>
              <a:rPr lang="en-US" sz="2400" b="1" u="none" strike="noStrike">
                <a:solidFill>
                  <a:srgbClr val="000000"/>
                </a:solidFill>
                <a:effectLst/>
                <a:uFillTx/>
                <a:latin typeface="Arial"/>
              </a:rPr>
              <a:t>Next Steps</a:t>
            </a:r>
            <a:endParaRPr lang="en-US" sz="24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Address the training for the rest of the HR team</a:t>
            </a:r>
            <a:endParaRPr lang="en-US" sz="24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2400" b="0" u="none" strike="noStrike">
                <a:solidFill>
                  <a:schemeClr val="dk1"/>
                </a:solidFill>
                <a:effectLst/>
                <a:uFillTx/>
                <a:latin typeface="Arial"/>
                <a:ea typeface="Calibri"/>
              </a:rPr>
              <a:t>Improvement on the Cloud storage issue</a:t>
            </a:r>
            <a:r>
              <a:rPr lang="en-US" sz="2400" b="0" u="none" strike="noStrike">
                <a:solidFill>
                  <a:schemeClr val="dk1"/>
                </a:solidFill>
                <a:effectLst/>
                <a:uFillTx/>
                <a:latin typeface="Calibri"/>
                <a:ea typeface="Calibri"/>
              </a:rPr>
              <a:t> </a:t>
            </a:r>
            <a:endParaRPr lang="en-US" sz="2400" b="0" u="none" strike="noStrike">
              <a:solidFill>
                <a:schemeClr val="dk1"/>
              </a:solidFill>
              <a:effectLst/>
              <a:uFillTx/>
              <a:latin typeface="Calibri"/>
            </a:endParaRPr>
          </a:p>
          <a:p>
            <a:pPr marL="863640" indent="0" defTabSz="914400">
              <a:lnSpc>
                <a:spcPct val="100000"/>
              </a:lnSpc>
              <a:spcBef>
                <a:spcPts val="1134"/>
              </a:spcBef>
              <a:buNone/>
              <a:tabLst>
                <a:tab pos="0" algn="l"/>
              </a:tabLst>
            </a:pPr>
            <a:r>
              <a:rPr lang="en-US" sz="1800" b="0" u="none" strike="noStrike">
                <a:solidFill>
                  <a:schemeClr val="dk1"/>
                </a:solidFill>
                <a:effectLst/>
                <a:uFillTx/>
                <a:latin typeface="Calibri"/>
                <a:ea typeface="Calibri"/>
              </a:rPr>
              <a:t> </a:t>
            </a:r>
            <a:endParaRPr lang="en-US" sz="1800" b="0" u="none" strike="noStrike">
              <a:solidFill>
                <a:schemeClr val="dk1"/>
              </a:solidFill>
              <a:effectLst/>
              <a:uFillTx/>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Reports</a:t>
            </a:r>
            <a:endParaRPr lang="en-US" sz="4400" b="0" u="none" strike="noStrike">
              <a:solidFill>
                <a:schemeClr val="dk1"/>
              </a:solidFill>
              <a:effectLst/>
              <a:uFillTx/>
              <a:latin typeface="Calibri"/>
            </a:endParaRPr>
          </a:p>
        </p:txBody>
      </p:sp>
      <p:sp>
        <p:nvSpPr>
          <p:cNvPr id="153" name="TextBox 3"/>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54" name="PlaceHolder 2"/>
          <p:cNvSpPr>
            <a:spLocks noGrp="1"/>
          </p:cNvSpPr>
          <p:nvPr>
            <p:ph/>
          </p:nvPr>
        </p:nvSpPr>
        <p:spPr>
          <a:xfrm>
            <a:off x="1440" y="1371600"/>
            <a:ext cx="17600760" cy="8229600"/>
          </a:xfrm>
          <a:prstGeom prst="rect">
            <a:avLst/>
          </a:prstGeom>
          <a:noFill/>
          <a:ln w="0">
            <a:noFill/>
          </a:ln>
        </p:spPr>
        <p:txBody>
          <a:bodyPr lIns="0" tIns="0" rIns="0" bIns="0" anchor="t">
            <a:normAutofit fontScale="25000" lnSpcReduction="19999"/>
          </a:bodyPr>
          <a:lstStyle/>
          <a:p>
            <a:pPr marL="431280" indent="-324000" defTabSz="914400">
              <a:lnSpc>
                <a:spcPct val="150000"/>
              </a:lnSpc>
              <a:spcBef>
                <a:spcPts val="1191"/>
              </a:spcBef>
              <a:spcAft>
                <a:spcPts val="992"/>
              </a:spcAft>
              <a:buClr>
                <a:srgbClr val="000000"/>
              </a:buClr>
              <a:buFont typeface="OpenSymbol"/>
              <a:buAutoNum type="arabicParenR" startAt="5"/>
            </a:pPr>
            <a:r>
              <a:rPr lang="en-US" sz="10560" b="1" u="none" strike="noStrike">
                <a:solidFill>
                  <a:schemeClr val="dk1"/>
                </a:solidFill>
                <a:effectLst/>
                <a:uFillTx/>
                <a:latin typeface="Arial"/>
              </a:rPr>
              <a:t>Procurement  Portal System </a:t>
            </a:r>
            <a:endParaRPr lang="en-US" sz="10560" b="0" u="none" strike="noStrike">
              <a:solidFill>
                <a:schemeClr val="dk1"/>
              </a:solidFill>
              <a:effectLst/>
              <a:uFillTx/>
              <a:latin typeface="Calibri"/>
            </a:endParaRPr>
          </a:p>
          <a:p>
            <a:pPr marL="431280" indent="0" defTabSz="914400">
              <a:lnSpc>
                <a:spcPct val="150000"/>
              </a:lnSpc>
              <a:spcBef>
                <a:spcPts val="1191"/>
              </a:spcBef>
              <a:spcAft>
                <a:spcPts val="992"/>
              </a:spcAft>
              <a:buNone/>
              <a:tabLst>
                <a:tab pos="0" algn="l"/>
              </a:tabLst>
            </a:pPr>
            <a:r>
              <a:rPr lang="en-US" sz="9600" b="0" u="none" strike="noStrike">
                <a:solidFill>
                  <a:schemeClr val="dk1"/>
                </a:solidFill>
                <a:effectLst/>
                <a:uFillTx/>
                <a:latin typeface="Arial"/>
              </a:rPr>
              <a:t>The Procurement Management System project has achieved significant progress, with key modules developed and tested in a live environment. The focus has been on streamlining procurement operations, improving approval workflows, and enhancing security through role-based controls.</a:t>
            </a:r>
            <a:endParaRPr lang="en-US" sz="9600" b="0" u="none" strike="noStrike">
              <a:solidFill>
                <a:schemeClr val="dk1"/>
              </a:solidFill>
              <a:effectLst/>
              <a:uFillTx/>
              <a:latin typeface="Calibri"/>
            </a:endParaRPr>
          </a:p>
          <a:p>
            <a:pPr marL="431280" indent="-324000" defTabSz="914400">
              <a:lnSpc>
                <a:spcPct val="150000"/>
              </a:lnSpc>
              <a:spcBef>
                <a:spcPts val="1191"/>
              </a:spcBef>
              <a:spcAft>
                <a:spcPts val="992"/>
              </a:spcAft>
              <a:buClr>
                <a:srgbClr val="000000"/>
              </a:buClr>
              <a:buSzPct val="45000"/>
              <a:buFont typeface="Wingdings" charset="2"/>
              <a:buChar char=""/>
              <a:tabLst>
                <a:tab pos="0" algn="l"/>
              </a:tabLst>
            </a:pPr>
            <a:r>
              <a:rPr lang="en-US" sz="9600" b="1" u="none" strike="noStrike">
                <a:solidFill>
                  <a:schemeClr val="dk1"/>
                </a:solidFill>
                <a:effectLst/>
                <a:uFillTx/>
                <a:latin typeface="Arial"/>
              </a:rPr>
              <a:t>Development (</a:t>
            </a:r>
            <a:r>
              <a:rPr lang="en-US" sz="9600" b="1" u="none" strike="noStrike">
                <a:solidFill>
                  <a:schemeClr val="dk1"/>
                </a:solidFill>
                <a:effectLst/>
                <a:uFillTx/>
                <a:latin typeface="Arial"/>
                <a:hlinkClick r:id="rId3" action="ppaction://hlinksldjump"/>
              </a:rPr>
              <a:t>Appendix III</a:t>
            </a:r>
            <a:r>
              <a:rPr lang="en-US" sz="9600" b="1" u="none" strike="noStrike">
                <a:solidFill>
                  <a:schemeClr val="dk1"/>
                </a:solidFill>
                <a:effectLst/>
                <a:uFillTx/>
                <a:latin typeface="Arial"/>
              </a:rPr>
              <a:t>)</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Store Requisition Module</a:t>
            </a:r>
            <a:r>
              <a:rPr lang="en-US" sz="9600" b="0" u="none" strike="noStrike">
                <a:solidFill>
                  <a:schemeClr val="dk1"/>
                </a:solidFill>
                <a:effectLst/>
                <a:uFillTx/>
                <a:latin typeface="Arial"/>
              </a:rPr>
              <a:t>: Fully implemented for smooth creation and processing of store requests.</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Budget Setting Module</a:t>
            </a:r>
            <a:r>
              <a:rPr lang="en-US" sz="9600" b="0" u="none" strike="noStrike">
                <a:solidFill>
                  <a:schemeClr val="dk1"/>
                </a:solidFill>
                <a:effectLst/>
                <a:uFillTx/>
                <a:latin typeface="Arial"/>
              </a:rPr>
              <a:t>: New module developed, enabling complete budget creation and management. (</a:t>
            </a:r>
            <a:r>
              <a:rPr lang="en-US" sz="9600" b="1" u="none" strike="noStrike">
                <a:solidFill>
                  <a:schemeClr val="dk1"/>
                </a:solidFill>
                <a:effectLst/>
                <a:uFillTx/>
                <a:latin typeface="Arial"/>
                <a:hlinkClick r:id="rId4" action="ppaction://hlinksldjump"/>
              </a:rPr>
              <a:t>Appendix IV</a:t>
            </a:r>
            <a:r>
              <a:rPr lang="en-US" sz="9600" b="0" u="none" strike="noStrike">
                <a:solidFill>
                  <a:schemeClr val="dk1"/>
                </a:solidFill>
                <a:effectLst/>
                <a:uFillTx/>
                <a:latin typeface="Arial"/>
              </a:rPr>
              <a:t>)</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Enhanced Approval Workflow</a:t>
            </a:r>
            <a:r>
              <a:rPr lang="en-US" sz="9600" b="0" u="none" strike="noStrike">
                <a:solidFill>
                  <a:schemeClr val="dk1"/>
                </a:solidFill>
                <a:effectLst/>
                <a:uFillTx/>
                <a:latin typeface="Arial"/>
              </a:rPr>
              <a:t>: Multi-stage approval process integrated to ensure efficient authorization.</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Role-Based Access Control (RBAC)</a:t>
            </a:r>
            <a:r>
              <a:rPr lang="en-US" sz="9600" b="0" u="none" strike="noStrike">
                <a:solidFill>
                  <a:schemeClr val="dk1"/>
                </a:solidFill>
                <a:effectLst/>
                <a:uFillTx/>
                <a:latin typeface="Arial"/>
              </a:rPr>
              <a:t>: Users now have secure, restricted access to their own requisitions, supporting granular permissions.</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Inventory Integration</a:t>
            </a:r>
            <a:r>
              <a:rPr lang="en-US" sz="9600" b="0" u="none" strike="noStrike">
                <a:solidFill>
                  <a:schemeClr val="dk1"/>
                </a:solidFill>
                <a:effectLst/>
                <a:uFillTx/>
                <a:latin typeface="Arial"/>
              </a:rPr>
              <a:t>: Products are connected with HR, Store Requisition, Budget, and Department modules for seamless operations.</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1" u="none" strike="noStrike">
                <a:solidFill>
                  <a:schemeClr val="dk1"/>
                </a:solidFill>
                <a:effectLst/>
                <a:uFillTx/>
                <a:latin typeface="Arial"/>
              </a:rPr>
              <a:t>Store Issue Voucher (SIV) Printing</a:t>
            </a:r>
            <a:r>
              <a:rPr lang="en-US" sz="9600" b="0" u="none" strike="noStrike">
                <a:solidFill>
                  <a:schemeClr val="dk1"/>
                </a:solidFill>
                <a:effectLst/>
                <a:uFillTx/>
                <a:latin typeface="Arial"/>
              </a:rPr>
              <a:t>: Feature now fully functional.</a:t>
            </a:r>
            <a:endParaRPr lang="en-US" sz="9600" b="0" u="none" strike="noStrike">
              <a:solidFill>
                <a:schemeClr val="dk1"/>
              </a:solidFill>
              <a:effectLst/>
              <a:uFillTx/>
              <a:latin typeface="Calibri"/>
            </a:endParaRPr>
          </a:p>
          <a:p>
            <a:pPr marL="431280" indent="-324000" defTabSz="914400">
              <a:lnSpc>
                <a:spcPct val="150000"/>
              </a:lnSpc>
              <a:spcBef>
                <a:spcPts val="1191"/>
              </a:spcBef>
              <a:spcAft>
                <a:spcPts val="992"/>
              </a:spcAft>
              <a:buClr>
                <a:srgbClr val="000000"/>
              </a:buClr>
              <a:buSzPct val="45000"/>
              <a:buFont typeface="Wingdings" charset="2"/>
              <a:buChar char=""/>
              <a:tabLst>
                <a:tab pos="0" algn="l"/>
              </a:tabLst>
            </a:pPr>
            <a:r>
              <a:rPr lang="en-US" sz="9600" b="1" u="none" strike="noStrike">
                <a:solidFill>
                  <a:schemeClr val="dk1"/>
                </a:solidFill>
                <a:effectLst/>
                <a:uFillTx/>
                <a:latin typeface="Arial"/>
              </a:rPr>
              <a:t>Next Steps</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0" u="none" strike="noStrike">
                <a:solidFill>
                  <a:schemeClr val="dk1"/>
                </a:solidFill>
                <a:effectLst/>
                <a:uFillTx/>
                <a:latin typeface="Arial"/>
              </a:rPr>
              <a:t>RBAC development for Budget Module</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0" u="none" strike="noStrike">
                <a:solidFill>
                  <a:schemeClr val="dk1"/>
                </a:solidFill>
                <a:effectLst/>
                <a:uFillTx/>
                <a:latin typeface="Arial"/>
              </a:rPr>
              <a:t>Initiate Purchase Requisition </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0" u="none" strike="noStrike">
                <a:solidFill>
                  <a:schemeClr val="dk1"/>
                </a:solidFill>
                <a:effectLst/>
                <a:uFillTx/>
                <a:latin typeface="Arial"/>
              </a:rPr>
              <a:t>Tender Management </a:t>
            </a:r>
            <a:endParaRPr lang="en-US" sz="9600" b="0" u="none" strike="noStrike">
              <a:solidFill>
                <a:schemeClr val="dk1"/>
              </a:solidFill>
              <a:effectLst/>
              <a:uFillTx/>
              <a:latin typeface="Calibri"/>
            </a:endParaRPr>
          </a:p>
          <a:p>
            <a:pPr marL="863640" lvl="1" indent="-324000" defTabSz="914400">
              <a:lnSpc>
                <a:spcPct val="100000"/>
              </a:lnSpc>
              <a:spcBef>
                <a:spcPts val="1134"/>
              </a:spcBef>
              <a:buClr>
                <a:srgbClr val="000000"/>
              </a:buClr>
              <a:buSzPct val="75000"/>
              <a:buFont typeface="Symbol" charset="2"/>
              <a:buChar char=""/>
              <a:tabLst>
                <a:tab pos="0" algn="l"/>
              </a:tabLst>
            </a:pPr>
            <a:r>
              <a:rPr lang="en-US" sz="9600" b="0" u="none" strike="noStrike">
                <a:solidFill>
                  <a:schemeClr val="dk1"/>
                </a:solidFill>
                <a:effectLst/>
                <a:uFillTx/>
                <a:latin typeface="Arial"/>
              </a:rPr>
              <a:t>Implement Purchase order </a:t>
            </a:r>
            <a:endParaRPr lang="en-US" sz="9600" b="0" u="none" strike="noStrike">
              <a:solidFill>
                <a:schemeClr val="dk1"/>
              </a:solidFill>
              <a:effectLst/>
              <a:uFillTx/>
              <a:latin typeface="Calibri"/>
            </a:endParaRPr>
          </a:p>
          <a:p>
            <a:pPr marL="431280" indent="0" defTabSz="914400">
              <a:lnSpc>
                <a:spcPct val="100000"/>
              </a:lnSpc>
              <a:spcBef>
                <a:spcPts val="1191"/>
              </a:spcBef>
              <a:spcAft>
                <a:spcPts val="992"/>
              </a:spcAft>
              <a:buNone/>
              <a:tabLst>
                <a:tab pos="0" algn="l"/>
              </a:tabLst>
            </a:pPr>
            <a:endParaRPr lang="en-US" sz="3200" b="0" u="none" strike="noStrike">
              <a:solidFill>
                <a:schemeClr val="dk1"/>
              </a:solidFill>
              <a:effectLst/>
              <a:uFillTx/>
              <a:latin typeface="Calibri"/>
            </a:endParaRPr>
          </a:p>
          <a:p>
            <a:pPr marL="863640" indent="0" defTabSz="914400">
              <a:lnSpc>
                <a:spcPct val="100000"/>
              </a:lnSpc>
              <a:spcBef>
                <a:spcPts val="1134"/>
              </a:spcBef>
              <a:buNone/>
              <a:tabLst>
                <a:tab pos="0" algn="l"/>
              </a:tabLst>
            </a:pPr>
            <a:r>
              <a:rPr lang="en-US" sz="1800" b="0" u="none" strike="noStrike">
                <a:solidFill>
                  <a:schemeClr val="dk1"/>
                </a:solidFill>
                <a:effectLst/>
                <a:uFillTx/>
                <a:latin typeface="Calibri"/>
                <a:ea typeface="Calibri"/>
              </a:rPr>
              <a:t> </a:t>
            </a:r>
            <a:endParaRPr lang="en-US" sz="1800" b="0" u="none" strike="noStrike">
              <a:solidFill>
                <a:schemeClr val="dk1"/>
              </a:solidFill>
              <a:effectLst/>
              <a:uFillTx/>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General Activities </a:t>
            </a:r>
            <a:endParaRPr lang="en-US" sz="4400" b="0" u="none" strike="noStrike">
              <a:solidFill>
                <a:schemeClr val="dk1"/>
              </a:solidFill>
              <a:effectLst/>
              <a:uFillTx/>
              <a:latin typeface="Calibri"/>
            </a:endParaRPr>
          </a:p>
        </p:txBody>
      </p:sp>
      <p:sp>
        <p:nvSpPr>
          <p:cNvPr id="156" name="TextBox 12"/>
          <p:cNvSpPr/>
          <p:nvPr/>
        </p:nvSpPr>
        <p:spPr>
          <a:xfrm>
            <a:off x="380880" y="1302840"/>
            <a:ext cx="17677080" cy="7954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sp>
        <p:nvSpPr>
          <p:cNvPr id="157" name="PlaceHolder 2"/>
          <p:cNvSpPr>
            <a:spLocks noGrp="1"/>
          </p:cNvSpPr>
          <p:nvPr>
            <p:ph/>
          </p:nvPr>
        </p:nvSpPr>
        <p:spPr>
          <a:xfrm>
            <a:off x="457200" y="1600200"/>
            <a:ext cx="16915320" cy="7657200"/>
          </a:xfrm>
          <a:prstGeom prst="rect">
            <a:avLst/>
          </a:prstGeom>
          <a:noFill/>
          <a:ln w="0">
            <a:noFill/>
          </a:ln>
        </p:spPr>
        <p:txBody>
          <a:bodyPr lIns="0" tIns="0" rIns="0" bIns="0" anchor="t">
            <a:normAutofit/>
          </a:bodyPr>
          <a:lstStyle/>
          <a:p>
            <a:pPr marL="431640" indent="-324000" defTabSz="914400">
              <a:lnSpc>
                <a:spcPct val="150000"/>
              </a:lnSpc>
              <a:spcBef>
                <a:spcPts val="1191"/>
              </a:spcBef>
              <a:spcAft>
                <a:spcPts val="992"/>
              </a:spcAft>
              <a:buClr>
                <a:srgbClr val="000000"/>
              </a:buClr>
              <a:buFont typeface="OpenSymbol"/>
              <a:buAutoNum type="arabicParenR" startAt="5"/>
            </a:pPr>
            <a:r>
              <a:rPr lang="en-US" sz="3200" b="1" u="none" strike="noStrike">
                <a:solidFill>
                  <a:srgbClr val="000000"/>
                </a:solidFill>
                <a:effectLst/>
                <a:uFillTx/>
                <a:latin typeface="Arial"/>
              </a:rPr>
              <a:t>System Up-time Assurance: Morning Checklist</a:t>
            </a:r>
            <a:endParaRPr lang="en-US" sz="3200" b="0" u="none" strike="noStrike">
              <a:solidFill>
                <a:schemeClr val="dk1"/>
              </a:solidFill>
              <a:effectLst/>
              <a:uFillTx/>
              <a:latin typeface="Calibri"/>
            </a:endParaRPr>
          </a:p>
          <a:p>
            <a:pPr marL="431640" indent="-324000" defTabSz="914400">
              <a:lnSpc>
                <a:spcPct val="150000"/>
              </a:lnSpc>
              <a:spcBef>
                <a:spcPts val="1191"/>
              </a:spcBef>
              <a:spcAft>
                <a:spcPts val="992"/>
              </a:spcAft>
              <a:buClr>
                <a:srgbClr val="000000"/>
              </a:buClr>
              <a:buFont typeface="OpenSymbol"/>
              <a:buAutoNum type="arabicParenR" startAt="5"/>
            </a:pPr>
            <a:r>
              <a:rPr lang="en-US" sz="3200" b="1" u="none" strike="noStrike">
                <a:solidFill>
                  <a:srgbClr val="000000"/>
                </a:solidFill>
                <a:effectLst/>
                <a:uFillTx/>
                <a:latin typeface="Arial"/>
              </a:rPr>
              <a:t>Performance evaluation system: End user training</a:t>
            </a:r>
            <a:endParaRPr lang="en-US" sz="3200" b="0" u="none" strike="noStrike">
              <a:solidFill>
                <a:schemeClr val="dk1"/>
              </a:solidFill>
              <a:effectLst/>
              <a:uFillTx/>
              <a:latin typeface="Calibri"/>
            </a:endParaRPr>
          </a:p>
          <a:p>
            <a:pPr marL="431640" indent="-324000" defTabSz="914400">
              <a:lnSpc>
                <a:spcPct val="150000"/>
              </a:lnSpc>
              <a:spcBef>
                <a:spcPts val="1191"/>
              </a:spcBef>
              <a:spcAft>
                <a:spcPts val="992"/>
              </a:spcAft>
              <a:buClr>
                <a:srgbClr val="000000"/>
              </a:buClr>
              <a:buFont typeface="OpenSymbol"/>
              <a:buAutoNum type="arabicParenR" startAt="5"/>
            </a:pPr>
            <a:r>
              <a:rPr lang="en-US" sz="3200" b="1" u="none" strike="noStrike">
                <a:solidFill>
                  <a:schemeClr val="dk1"/>
                </a:solidFill>
                <a:effectLst/>
                <a:uFillTx/>
                <a:latin typeface="Arial"/>
              </a:rPr>
              <a:t>HR System Support</a:t>
            </a:r>
            <a:endParaRPr lang="en-US" sz="3200" b="0" u="none" strike="noStrike">
              <a:solidFill>
                <a:schemeClr val="dk1"/>
              </a:solidFill>
              <a:effectLst/>
              <a:uFillTx/>
              <a:latin typeface="Calibri"/>
            </a:endParaRPr>
          </a:p>
          <a:p>
            <a:pPr marL="431640" indent="-324000" defTabSz="914400">
              <a:lnSpc>
                <a:spcPct val="115000"/>
              </a:lnSpc>
              <a:spcBef>
                <a:spcPts val="1191"/>
              </a:spcBef>
              <a:spcAft>
                <a:spcPts val="992"/>
              </a:spcAft>
              <a:buClr>
                <a:srgbClr val="000000"/>
              </a:buClr>
              <a:buSzPct val="45000"/>
              <a:buFont typeface="Wingdings" charset="2"/>
              <a:buChar char=""/>
              <a:tabLst>
                <a:tab pos="0" algn="l"/>
              </a:tabLst>
            </a:pPr>
            <a:r>
              <a:rPr lang="en-US" sz="2600" b="0" u="none" strike="noStrike">
                <a:solidFill>
                  <a:schemeClr val="dk1"/>
                </a:solidFill>
                <a:effectLst/>
                <a:uFillTx/>
                <a:latin typeface="Arial"/>
              </a:rPr>
              <a:t>Provided support for  Adama  staff, including comprehensive training for IT focal Persons (Adam and Tsegab)  on how to effectively use the KPI Evaluation System within the HCM platform.</a:t>
            </a:r>
            <a:endParaRPr lang="en-US" sz="2600" b="0" u="none" strike="noStrike">
              <a:solidFill>
                <a:schemeClr val="dk1"/>
              </a:solidFill>
              <a:effectLst/>
              <a:uFillTx/>
              <a:latin typeface="Calibri"/>
            </a:endParaRPr>
          </a:p>
          <a:p>
            <a:pPr marL="431640" indent="-324000" defTabSz="914400">
              <a:lnSpc>
                <a:spcPct val="115000"/>
              </a:lnSpc>
              <a:spcBef>
                <a:spcPts val="1191"/>
              </a:spcBef>
              <a:spcAft>
                <a:spcPts val="992"/>
              </a:spcAft>
              <a:buClr>
                <a:srgbClr val="000000"/>
              </a:buClr>
              <a:buSzPct val="45000"/>
              <a:buFont typeface="Wingdings" charset="2"/>
              <a:buChar char=""/>
              <a:tabLst>
                <a:tab pos="0" algn="l"/>
              </a:tabLst>
            </a:pPr>
            <a:r>
              <a:rPr lang="en-US" sz="2600" b="0" u="none" strike="noStrike">
                <a:solidFill>
                  <a:schemeClr val="dk1"/>
                </a:solidFill>
                <a:effectLst/>
                <a:uFillTx/>
                <a:latin typeface="Arial"/>
              </a:rPr>
              <a:t>Create account  on active directory for selected users provided from HR </a:t>
            </a:r>
            <a:endParaRPr lang="en-US" sz="2600" b="0" u="none" strike="noStrike">
              <a:solidFill>
                <a:schemeClr val="dk1"/>
              </a:solidFill>
              <a:effectLst/>
              <a:uFillTx/>
              <a:latin typeface="Calibri"/>
            </a:endParaRPr>
          </a:p>
          <a:p>
            <a:pPr marL="431640" indent="-324000" defTabSz="914400">
              <a:lnSpc>
                <a:spcPct val="115000"/>
              </a:lnSpc>
              <a:spcBef>
                <a:spcPts val="1191"/>
              </a:spcBef>
              <a:spcAft>
                <a:spcPts val="992"/>
              </a:spcAft>
              <a:buClr>
                <a:srgbClr val="000000"/>
              </a:buClr>
              <a:buSzPct val="45000"/>
              <a:buFont typeface="Wingdings" charset="2"/>
              <a:buChar char=""/>
              <a:tabLst>
                <a:tab pos="0" algn="l"/>
              </a:tabLst>
            </a:pPr>
            <a:r>
              <a:rPr lang="en-US" sz="2600" b="0" u="none" strike="noStrike">
                <a:solidFill>
                  <a:schemeClr val="dk1"/>
                </a:solidFill>
                <a:effectLst/>
                <a:uFillTx/>
                <a:latin typeface="Arial"/>
              </a:rPr>
              <a:t>Identify evaluators and give approval access on their perspective dep’t  </a:t>
            </a:r>
            <a:endParaRPr lang="en-US" sz="2600" b="0" u="none" strike="noStrike">
              <a:solidFill>
                <a:schemeClr val="dk1"/>
              </a:solidFill>
              <a:effectLst/>
              <a:uFillTx/>
              <a:latin typeface="Calibri"/>
            </a:endParaRPr>
          </a:p>
          <a:p>
            <a:pPr marL="864000" indent="0" defTabSz="914400">
              <a:lnSpc>
                <a:spcPct val="90000"/>
              </a:lnSpc>
              <a:spcBef>
                <a:spcPts val="1134"/>
              </a:spcBef>
              <a:buNone/>
              <a:tabLst>
                <a:tab pos="0" algn="l"/>
              </a:tabLst>
            </a:pPr>
            <a:r>
              <a:rPr lang="en-US" sz="2600" b="0" u="none" strike="noStrike">
                <a:solidFill>
                  <a:schemeClr val="dk1"/>
                </a:solidFill>
                <a:effectLst/>
                <a:uFillTx/>
                <a:latin typeface="Calibri"/>
              </a:rPr>
              <a:t> </a:t>
            </a:r>
          </a:p>
          <a:p>
            <a:pPr marL="431640" indent="0" defTabSz="914400">
              <a:lnSpc>
                <a:spcPct val="100000"/>
              </a:lnSpc>
              <a:spcBef>
                <a:spcPts val="1191"/>
              </a:spcBef>
              <a:spcAft>
                <a:spcPts val="992"/>
              </a:spcAft>
              <a:buNone/>
              <a:tabLst>
                <a:tab pos="0" algn="l"/>
              </a:tabLst>
            </a:pPr>
            <a:endParaRPr lang="en-US" sz="3200" b="0" u="none" strike="noStrike">
              <a:solidFill>
                <a:schemeClr val="dk1"/>
              </a:solidFill>
              <a:effectLst/>
              <a:uFillTx/>
              <a:latin typeface="Calibri"/>
            </a:endParaRPr>
          </a:p>
          <a:p>
            <a:pPr marL="863640" indent="0" defTabSz="914400">
              <a:lnSpc>
                <a:spcPct val="100000"/>
              </a:lnSpc>
              <a:spcBef>
                <a:spcPts val="1134"/>
              </a:spcBef>
              <a:buNone/>
              <a:tabLst>
                <a:tab pos="0" algn="l"/>
              </a:tabLst>
            </a:pPr>
            <a:r>
              <a:rPr lang="en-US" sz="1800" b="0" u="none" strike="noStrike">
                <a:solidFill>
                  <a:schemeClr val="dk1"/>
                </a:solidFill>
                <a:effectLst/>
                <a:uFillTx/>
                <a:latin typeface="Calibri"/>
              </a:rPr>
              <a:t> </a:t>
            </a:r>
          </a:p>
        </p:txBody>
      </p:sp>
      <p:graphicFrame>
        <p:nvGraphicFramePr>
          <p:cNvPr id="158" name="Table 157"/>
          <p:cNvGraphicFramePr/>
          <p:nvPr/>
        </p:nvGraphicFramePr>
        <p:xfrm>
          <a:off x="1190880" y="7425360"/>
          <a:ext cx="11702160" cy="2194560"/>
        </p:xfrm>
        <a:graphic>
          <a:graphicData uri="http://schemas.openxmlformats.org/drawingml/2006/table">
            <a:tbl>
              <a:tblPr/>
              <a:tblGrid>
                <a:gridCol w="943920">
                  <a:extLst>
                    <a:ext uri="{9D8B030D-6E8A-4147-A177-3AD203B41FA5}">
                      <a16:colId xmlns:a16="http://schemas.microsoft.com/office/drawing/2014/main" val="20000"/>
                    </a:ext>
                  </a:extLst>
                </a:gridCol>
                <a:gridCol w="3706560">
                  <a:extLst>
                    <a:ext uri="{9D8B030D-6E8A-4147-A177-3AD203B41FA5}">
                      <a16:colId xmlns:a16="http://schemas.microsoft.com/office/drawing/2014/main" val="20001"/>
                    </a:ext>
                  </a:extLst>
                </a:gridCol>
                <a:gridCol w="2368440">
                  <a:extLst>
                    <a:ext uri="{9D8B030D-6E8A-4147-A177-3AD203B41FA5}">
                      <a16:colId xmlns:a16="http://schemas.microsoft.com/office/drawing/2014/main" val="20002"/>
                    </a:ext>
                  </a:extLst>
                </a:gridCol>
                <a:gridCol w="2339640">
                  <a:extLst>
                    <a:ext uri="{9D8B030D-6E8A-4147-A177-3AD203B41FA5}">
                      <a16:colId xmlns:a16="http://schemas.microsoft.com/office/drawing/2014/main" val="20003"/>
                    </a:ext>
                  </a:extLst>
                </a:gridCol>
                <a:gridCol w="2343600">
                  <a:extLst>
                    <a:ext uri="{9D8B030D-6E8A-4147-A177-3AD203B41FA5}">
                      <a16:colId xmlns:a16="http://schemas.microsoft.com/office/drawing/2014/main" val="20004"/>
                    </a:ext>
                  </a:extLst>
                </a:gridCol>
              </a:tblGrid>
              <a:tr h="364680">
                <a:tc>
                  <a:txBody>
                    <a:bodyPr/>
                    <a:lstStyle/>
                    <a:p>
                      <a:pPr defTabSz="914400">
                        <a:lnSpc>
                          <a:spcPct val="100000"/>
                        </a:lnSpc>
                      </a:pPr>
                      <a:r>
                        <a:rPr lang="en-US" sz="1800" b="0" u="none" strike="noStrike">
                          <a:solidFill>
                            <a:srgbClr val="000000"/>
                          </a:solidFill>
                          <a:effectLst/>
                          <a:uFillTx/>
                          <a:latin typeface="Arial"/>
                        </a:rPr>
                        <a:t>NO</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Role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Location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Number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Totale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0">
                <a:tc>
                  <a:txBody>
                    <a:bodyPr/>
                    <a:lstStyle/>
                    <a:p>
                      <a:pPr defTabSz="914400">
                        <a:lnSpc>
                          <a:spcPct val="100000"/>
                        </a:lnSpc>
                      </a:pPr>
                      <a:r>
                        <a:rPr lang="en-US" sz="1800" b="0" u="none" strike="noStrike">
                          <a:solidFill>
                            <a:srgbClr val="000000"/>
                          </a:solidFill>
                          <a:effectLst/>
                          <a:uFillTx/>
                          <a:latin typeface="Arial"/>
                        </a:rPr>
                        <a:t>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Users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Adama</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66</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rowSpan="2">
                  <a:txBody>
                    <a:bodyPr/>
                    <a:lstStyle/>
                    <a:p>
                      <a:pPr defTabSz="914400">
                        <a:lnSpc>
                          <a:spcPct val="100000"/>
                        </a:lnSpc>
                      </a:pPr>
                      <a:r>
                        <a:rPr lang="en-US" sz="1800" b="0" u="none" strike="noStrike">
                          <a:solidFill>
                            <a:srgbClr val="000000"/>
                          </a:solidFill>
                          <a:effectLst/>
                          <a:uFillTx/>
                          <a:latin typeface="Arial"/>
                        </a:rPr>
                        <a:t>82</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0">
                <a:tc>
                  <a:txBody>
                    <a:bodyPr/>
                    <a:lstStyle/>
                    <a:p>
                      <a:pPr defTabSz="914400">
                        <a:lnSpc>
                          <a:spcPct val="100000"/>
                        </a:lnSpc>
                      </a:pPr>
                      <a:r>
                        <a:rPr lang="en-US" sz="1800" b="0" u="none" strike="noStrike">
                          <a:solidFill>
                            <a:srgbClr val="000000"/>
                          </a:solidFill>
                          <a:effectLst/>
                          <a:uFillTx/>
                          <a:latin typeface="Arial"/>
                        </a:rPr>
                        <a:t>2</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Evaluators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Adama</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16</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0">
                <a:tc>
                  <a:txBody>
                    <a:bodyPr/>
                    <a:lstStyle/>
                    <a:p>
                      <a:pPr defTabSz="914400">
                        <a:lnSpc>
                          <a:spcPct val="100000"/>
                        </a:lnSpc>
                      </a:pPr>
                      <a:r>
                        <a:rPr lang="en-US" sz="1800" b="0" u="none" strike="noStrike">
                          <a:solidFill>
                            <a:srgbClr val="000000"/>
                          </a:solidFill>
                          <a:effectLst/>
                          <a:uFillTx/>
                          <a:latin typeface="Arial"/>
                        </a:rPr>
                        <a:t>3</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Users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Gelan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57</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rowSpan="2">
                  <a:txBody>
                    <a:bodyPr/>
                    <a:lstStyle/>
                    <a:p>
                      <a:pPr defTabSz="914400">
                        <a:lnSpc>
                          <a:spcPct val="100000"/>
                        </a:lnSpc>
                      </a:pPr>
                      <a:r>
                        <a:rPr lang="en-US" sz="1800" b="0" u="none" strike="noStrike">
                          <a:solidFill>
                            <a:srgbClr val="000000"/>
                          </a:solidFill>
                          <a:effectLst/>
                          <a:uFillTx/>
                          <a:latin typeface="Arial"/>
                        </a:rPr>
                        <a:t>68</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0">
                <a:tc>
                  <a:txBody>
                    <a:bodyPr/>
                    <a:lstStyle/>
                    <a:p>
                      <a:pPr defTabSz="914400">
                        <a:lnSpc>
                          <a:spcPct val="100000"/>
                        </a:lnSpc>
                      </a:pPr>
                      <a:r>
                        <a:rPr lang="en-US" sz="1800" b="0" u="none" strike="noStrike">
                          <a:solidFill>
                            <a:srgbClr val="000000"/>
                          </a:solidFill>
                          <a:effectLst/>
                          <a:uFillTx/>
                          <a:latin typeface="Arial"/>
                        </a:rPr>
                        <a:t>4</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Evaluators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Gelan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11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0">
                <a:tc gridSpan="4">
                  <a:txBody>
                    <a:bodyPr/>
                    <a:lstStyle/>
                    <a:p>
                      <a:pPr algn="r" defTabSz="914400">
                        <a:lnSpc>
                          <a:spcPct val="100000"/>
                        </a:lnSpc>
                      </a:pPr>
                      <a:r>
                        <a:rPr lang="en-US" sz="1800" b="0" u="none" strike="noStrike">
                          <a:solidFill>
                            <a:srgbClr val="000000"/>
                          </a:solidFill>
                          <a:effectLst/>
                          <a:uFillTx/>
                          <a:latin typeface="Arial"/>
                        </a:rPr>
                        <a:t>Total</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h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h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defTabSz="914400">
                        <a:lnSpc>
                          <a:spcPct val="100000"/>
                        </a:lnSpc>
                      </a:pPr>
                      <a:r>
                        <a:rPr lang="en-US" sz="1800" b="0" u="none" strike="noStrike">
                          <a:solidFill>
                            <a:srgbClr val="000000"/>
                          </a:solidFill>
                          <a:effectLst/>
                          <a:uFillTx/>
                          <a:latin typeface="Arial"/>
                        </a:rPr>
                        <a:t>150</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4. Challenges and Proposed solutions</a:t>
            </a:r>
            <a:endParaRPr lang="en-US" sz="4400" b="0" u="none" strike="noStrike">
              <a:solidFill>
                <a:schemeClr val="dk1"/>
              </a:solidFill>
              <a:effectLst/>
              <a:uFillTx/>
              <a:latin typeface="Calibri"/>
            </a:endParaRPr>
          </a:p>
        </p:txBody>
      </p:sp>
      <p:sp>
        <p:nvSpPr>
          <p:cNvPr id="160" name="TextBox 5"/>
          <p:cNvSpPr/>
          <p:nvPr/>
        </p:nvSpPr>
        <p:spPr>
          <a:xfrm>
            <a:off x="327240" y="1714680"/>
            <a:ext cx="17684280" cy="7441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50000"/>
              </a:lnSpc>
            </a:pPr>
            <a:endParaRPr lang="en-US" sz="1800" b="0" u="none" strike="noStrike">
              <a:solidFill>
                <a:srgbClr val="000000"/>
              </a:solidFill>
              <a:effectLst/>
              <a:uFillTx/>
              <a:latin typeface="Arial"/>
            </a:endParaRPr>
          </a:p>
        </p:txBody>
      </p:sp>
      <p:sp>
        <p:nvSpPr>
          <p:cNvPr id="161" name="PlaceHolder 2"/>
          <p:cNvSpPr>
            <a:spLocks noGrp="1"/>
          </p:cNvSpPr>
          <p:nvPr>
            <p:ph/>
          </p:nvPr>
        </p:nvSpPr>
        <p:spPr>
          <a:xfrm>
            <a:off x="457200" y="1600200"/>
            <a:ext cx="17372520" cy="7556400"/>
          </a:xfrm>
          <a:prstGeom prst="rect">
            <a:avLst/>
          </a:prstGeom>
          <a:noFill/>
          <a:ln w="0">
            <a:noFill/>
          </a:ln>
        </p:spPr>
        <p:txBody>
          <a:bodyPr lIns="0" tIns="0" rIns="0" bIns="0" anchor="t">
            <a:normAutofit/>
          </a:bodyPr>
          <a:lstStyle/>
          <a:p>
            <a:pPr marL="432000" indent="-324000" defTabSz="914400">
              <a:lnSpc>
                <a:spcPct val="90000"/>
              </a:lnSpc>
              <a:spcBef>
                <a:spcPts val="1191"/>
              </a:spcBef>
              <a:spcAft>
                <a:spcPts val="992"/>
              </a:spcAft>
              <a:buClr>
                <a:srgbClr val="000000"/>
              </a:buClr>
              <a:buSzPct val="45000"/>
              <a:buFont typeface="Wingdings" charset="2"/>
              <a:buChar char=""/>
            </a:pPr>
            <a:r>
              <a:rPr lang="en-US" sz="2600" b="1" u="none" strike="noStrike">
                <a:solidFill>
                  <a:schemeClr val="dk1"/>
                </a:solidFill>
                <a:effectLst/>
                <a:uFillTx/>
                <a:latin typeface="Arial"/>
              </a:rPr>
              <a:t>Sage 50: Authentication error issue is persistent.</a:t>
            </a:r>
            <a:endParaRPr lang="en-US" sz="2600" b="0" u="none" strike="noStrike">
              <a:solidFill>
                <a:schemeClr val="dk1"/>
              </a:solidFill>
              <a:effectLst/>
              <a:uFillTx/>
              <a:latin typeface="Arial"/>
            </a:endParaRPr>
          </a:p>
          <a:p>
            <a:pPr marL="864000" lvl="1" indent="-324000" defTabSz="914400">
              <a:lnSpc>
                <a:spcPct val="90000"/>
              </a:lnSpc>
              <a:spcBef>
                <a:spcPts val="1191"/>
              </a:spcBef>
              <a:spcAft>
                <a:spcPts val="992"/>
              </a:spcAft>
              <a:buClr>
                <a:srgbClr val="000000"/>
              </a:buClr>
              <a:buSzPct val="75000"/>
              <a:buFont typeface="Symbol" charset="2"/>
              <a:buChar char=""/>
            </a:pPr>
            <a:r>
              <a:rPr lang="en-US" sz="2600" b="0" u="none" strike="noStrike">
                <a:solidFill>
                  <a:schemeClr val="dk1"/>
                </a:solidFill>
                <a:effectLst/>
                <a:uFillTx/>
                <a:latin typeface="Arial"/>
              </a:rPr>
              <a:t> </a:t>
            </a:r>
            <a:r>
              <a:rPr lang="en-US" sz="2600" b="1" u="none" strike="noStrike">
                <a:solidFill>
                  <a:schemeClr val="dk1"/>
                </a:solidFill>
                <a:effectLst/>
                <a:uFillTx/>
                <a:latin typeface="Arial"/>
              </a:rPr>
              <a:t>Proposed solution</a:t>
            </a:r>
            <a:r>
              <a:rPr lang="en-US" sz="2600" b="0" u="none" strike="noStrike">
                <a:solidFill>
                  <a:schemeClr val="dk1"/>
                </a:solidFill>
                <a:effectLst/>
                <a:uFillTx/>
                <a:latin typeface="Arial"/>
              </a:rPr>
              <a:t>: Collaborate with the team to conduct a deeper investigation and explore additional troubleshooting steps to resolve the problem.</a:t>
            </a:r>
          </a:p>
          <a:p>
            <a:pPr marL="432000" indent="-324000" defTabSz="914400">
              <a:lnSpc>
                <a:spcPct val="90000"/>
              </a:lnSpc>
              <a:spcBef>
                <a:spcPts val="1191"/>
              </a:spcBef>
              <a:spcAft>
                <a:spcPts val="992"/>
              </a:spcAft>
              <a:buClr>
                <a:srgbClr val="000000"/>
              </a:buClr>
              <a:buSzPct val="45000"/>
              <a:buFont typeface="Wingdings" charset="2"/>
              <a:buChar char=""/>
            </a:pPr>
            <a:r>
              <a:rPr lang="en-US" sz="2600" b="1" u="none" strike="noStrike">
                <a:solidFill>
                  <a:schemeClr val="dk1"/>
                </a:solidFill>
                <a:effectLst/>
                <a:uFillTx/>
                <a:latin typeface="Arial"/>
              </a:rPr>
              <a:t>Numeric Value Support:</a:t>
            </a:r>
            <a:endParaRPr lang="en-US" sz="2600" b="0" u="none" strike="noStrike">
              <a:solidFill>
                <a:schemeClr val="dk1"/>
              </a:solidFill>
              <a:effectLst/>
              <a:uFillTx/>
              <a:latin typeface="Arial"/>
            </a:endParaRPr>
          </a:p>
          <a:p>
            <a:pPr marL="864000" lvl="1" indent="-324000" defTabSz="914400">
              <a:lnSpc>
                <a:spcPct val="90000"/>
              </a:lnSpc>
              <a:spcBef>
                <a:spcPts val="1134"/>
              </a:spcBef>
              <a:buClr>
                <a:srgbClr val="000000"/>
              </a:buClr>
              <a:buSzPct val="75000"/>
              <a:buFont typeface="Symbol" charset="2"/>
              <a:buChar char=""/>
            </a:pPr>
            <a:r>
              <a:rPr lang="en-US" sz="2600" b="1" u="none" strike="noStrike">
                <a:solidFill>
                  <a:schemeClr val="dk1"/>
                </a:solidFill>
                <a:effectLst/>
                <a:uFillTx/>
                <a:latin typeface="Arial"/>
              </a:rPr>
              <a:t> </a:t>
            </a:r>
            <a:r>
              <a:rPr lang="en-US" sz="2600" b="0" u="none" strike="noStrike">
                <a:solidFill>
                  <a:schemeClr val="dk1"/>
                </a:solidFill>
                <a:effectLst/>
                <a:uFillTx/>
                <a:latin typeface="Arial"/>
              </a:rPr>
              <a:t>The current Job Portal does not support numeric values. </a:t>
            </a:r>
          </a:p>
          <a:p>
            <a:pPr marL="864000" lvl="1" indent="-324000" defTabSz="914400">
              <a:lnSpc>
                <a:spcPct val="90000"/>
              </a:lnSpc>
              <a:spcBef>
                <a:spcPts val="1134"/>
              </a:spcBef>
              <a:buClr>
                <a:srgbClr val="000000"/>
              </a:buClr>
              <a:buSzPct val="75000"/>
              <a:buFont typeface="Symbol" charset="2"/>
              <a:buChar char=""/>
            </a:pPr>
            <a:r>
              <a:rPr lang="en-US" sz="2600" b="1" u="none" strike="noStrike">
                <a:solidFill>
                  <a:schemeClr val="dk1"/>
                </a:solidFill>
                <a:effectLst/>
                <a:uFillTx/>
                <a:latin typeface="Arial"/>
              </a:rPr>
              <a:t>Proposed Solution:</a:t>
            </a:r>
            <a:r>
              <a:rPr lang="en-US" sz="2600" b="0" u="none" strike="noStrike">
                <a:solidFill>
                  <a:schemeClr val="dk1"/>
                </a:solidFill>
                <a:effectLst/>
                <a:uFillTx/>
                <a:latin typeface="Arial"/>
              </a:rPr>
              <a:t> Implement a validation mechanism using JavaScript to ensure numeric inputs are correctly handled.</a:t>
            </a:r>
          </a:p>
          <a:p>
            <a:pPr marL="432000" indent="-324000" defTabSz="914400">
              <a:lnSpc>
                <a:spcPct val="90000"/>
              </a:lnSpc>
              <a:spcBef>
                <a:spcPts val="1191"/>
              </a:spcBef>
              <a:spcAft>
                <a:spcPts val="992"/>
              </a:spcAft>
              <a:buClr>
                <a:srgbClr val="000000"/>
              </a:buClr>
              <a:buSzPct val="45000"/>
              <a:buFont typeface="Wingdings" charset="2"/>
              <a:buChar char=""/>
            </a:pPr>
            <a:r>
              <a:rPr lang="en-US" sz="2600" b="1" u="none" strike="noStrike">
                <a:solidFill>
                  <a:srgbClr val="FF0000"/>
                </a:solidFill>
                <a:effectLst/>
                <a:uFillTx/>
                <a:latin typeface="Arial"/>
              </a:rPr>
              <a:t>Cloud storage Challenge is accepted and we have planned to work on it in the coming month </a:t>
            </a:r>
            <a:endParaRPr lang="en-US" sz="2600" b="0" u="none" strike="noStrike">
              <a:solidFill>
                <a:schemeClr val="dk1"/>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 Next Month Detailed Plan</a:t>
            </a:r>
            <a:endParaRPr lang="en-US" sz="4400" b="0" u="none" strike="noStrike">
              <a:solidFill>
                <a:schemeClr val="dk1"/>
              </a:solidFill>
              <a:effectLst/>
              <a:uFillTx/>
              <a:latin typeface="Calibri"/>
            </a:endParaRPr>
          </a:p>
        </p:txBody>
      </p:sp>
      <p:sp>
        <p:nvSpPr>
          <p:cNvPr id="163" name="TextBox 5"/>
          <p:cNvSpPr/>
          <p:nvPr/>
        </p:nvSpPr>
        <p:spPr>
          <a:xfrm>
            <a:off x="304920" y="1223640"/>
            <a:ext cx="17684280" cy="8415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50000"/>
              </a:lnSpc>
            </a:pPr>
            <a:endParaRPr lang="en-US" sz="1800" b="0" u="none" strike="noStrike">
              <a:solidFill>
                <a:srgbClr val="000000"/>
              </a:solidFill>
              <a:effectLst/>
              <a:uFillTx/>
              <a:latin typeface="Arial"/>
            </a:endParaRPr>
          </a:p>
        </p:txBody>
      </p:sp>
      <p:graphicFrame>
        <p:nvGraphicFramePr>
          <p:cNvPr id="164" name="Table 163"/>
          <p:cNvGraphicFramePr/>
          <p:nvPr/>
        </p:nvGraphicFramePr>
        <p:xfrm>
          <a:off x="678960" y="1690920"/>
          <a:ext cx="15590520" cy="6217920"/>
        </p:xfrm>
        <a:graphic>
          <a:graphicData uri="http://schemas.openxmlformats.org/drawingml/2006/table">
            <a:tbl>
              <a:tblPr/>
              <a:tblGrid>
                <a:gridCol w="1032840">
                  <a:extLst>
                    <a:ext uri="{9D8B030D-6E8A-4147-A177-3AD203B41FA5}">
                      <a16:colId xmlns:a16="http://schemas.microsoft.com/office/drawing/2014/main" val="20000"/>
                    </a:ext>
                  </a:extLst>
                </a:gridCol>
                <a:gridCol w="9821160">
                  <a:extLst>
                    <a:ext uri="{9D8B030D-6E8A-4147-A177-3AD203B41FA5}">
                      <a16:colId xmlns:a16="http://schemas.microsoft.com/office/drawing/2014/main" val="20001"/>
                    </a:ext>
                  </a:extLst>
                </a:gridCol>
                <a:gridCol w="4736520">
                  <a:extLst>
                    <a:ext uri="{9D8B030D-6E8A-4147-A177-3AD203B41FA5}">
                      <a16:colId xmlns:a16="http://schemas.microsoft.com/office/drawing/2014/main" val="20002"/>
                    </a:ext>
                  </a:extLst>
                </a:gridCol>
              </a:tblGrid>
              <a:tr h="364680">
                <a:tc>
                  <a:txBody>
                    <a:bodyPr/>
                    <a:lstStyle/>
                    <a:p>
                      <a:pPr defTabSz="914400">
                        <a:lnSpc>
                          <a:spcPct val="100000"/>
                        </a:lnSpc>
                      </a:pPr>
                      <a:r>
                        <a:rPr lang="en-US" sz="1800" b="0" u="none" strike="noStrike">
                          <a:solidFill>
                            <a:srgbClr val="000000"/>
                          </a:solidFill>
                          <a:effectLst/>
                          <a:uFillTx/>
                          <a:latin typeface="Arial"/>
                        </a:rPr>
                        <a:t>NO</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Activities</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Project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0"/>
                  </a:ext>
                </a:extLst>
              </a:tr>
              <a:tr h="364680">
                <a:tc>
                  <a:txBody>
                    <a:bodyPr/>
                    <a:lstStyle/>
                    <a:p>
                      <a:pPr defTabSz="914400">
                        <a:lnSpc>
                          <a:spcPct val="100000"/>
                        </a:lnSpc>
                      </a:pPr>
                      <a:r>
                        <a:rPr lang="en-US" sz="1800" b="0" u="none" strike="noStrike">
                          <a:solidFill>
                            <a:srgbClr val="000000"/>
                          </a:solidFill>
                          <a:effectLst/>
                          <a:uFillTx/>
                          <a:latin typeface="Arial"/>
                        </a:rPr>
                        <a:t>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Prepare Production Environment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Sales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1"/>
                  </a:ext>
                </a:extLst>
              </a:tr>
              <a:tr h="364680">
                <a:tc>
                  <a:txBody>
                    <a:bodyPr/>
                    <a:lstStyle/>
                    <a:p>
                      <a:pPr defTabSz="914400">
                        <a:lnSpc>
                          <a:spcPct val="100000"/>
                        </a:lnSpc>
                      </a:pPr>
                      <a:r>
                        <a:rPr lang="en-US" sz="1800" b="0" u="none" strike="noStrike">
                          <a:solidFill>
                            <a:srgbClr val="000000"/>
                          </a:solidFill>
                          <a:effectLst/>
                          <a:uFillTx/>
                          <a:latin typeface="Arial"/>
                        </a:rPr>
                        <a:t>2</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RBAC cleanup on Inventory , Manufacturing, Finance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Sales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2"/>
                  </a:ext>
                </a:extLst>
              </a:tr>
              <a:tr h="364680">
                <a:tc>
                  <a:txBody>
                    <a:bodyPr/>
                    <a:lstStyle/>
                    <a:p>
                      <a:pPr defTabSz="914400">
                        <a:lnSpc>
                          <a:spcPct val="100000"/>
                        </a:lnSpc>
                      </a:pPr>
                      <a:r>
                        <a:rPr lang="en-US" sz="1800" b="0" u="none" strike="noStrike">
                          <a:solidFill>
                            <a:srgbClr val="000000"/>
                          </a:solidFill>
                          <a:effectLst/>
                          <a:uFillTx/>
                          <a:latin typeface="Arial"/>
                        </a:rPr>
                        <a:t>3</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Go live with the production environment with actual orders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Sales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3"/>
                  </a:ext>
                </a:extLst>
              </a:tr>
              <a:tr h="364680">
                <a:tc>
                  <a:txBody>
                    <a:bodyPr/>
                    <a:lstStyle/>
                    <a:p>
                      <a:pPr defTabSz="914400">
                        <a:lnSpc>
                          <a:spcPct val="100000"/>
                        </a:lnSpc>
                      </a:pPr>
                      <a:r>
                        <a:rPr lang="en-US" sz="1800" b="0" u="none" strike="noStrike">
                          <a:solidFill>
                            <a:srgbClr val="000000"/>
                          </a:solidFill>
                          <a:effectLst/>
                          <a:uFillTx/>
                          <a:latin typeface="Arial"/>
                        </a:rPr>
                        <a:t>4</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Product update with new placement and 3 step manufacturing Flow</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Manufacturing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4"/>
                  </a:ext>
                </a:extLst>
              </a:tr>
              <a:tr h="364680">
                <a:tc>
                  <a:txBody>
                    <a:bodyPr/>
                    <a:lstStyle/>
                    <a:p>
                      <a:pPr defTabSz="914400">
                        <a:lnSpc>
                          <a:spcPct val="100000"/>
                        </a:lnSpc>
                      </a:pPr>
                      <a:r>
                        <a:rPr lang="en-US" sz="1800" b="0" u="none" strike="noStrike">
                          <a:solidFill>
                            <a:srgbClr val="000000"/>
                          </a:solidFill>
                          <a:effectLst/>
                          <a:uFillTx/>
                          <a:latin typeface="Arial"/>
                        </a:rPr>
                        <a:t>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Quality Control Module</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Manufacturing Management System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5"/>
                  </a:ext>
                </a:extLst>
              </a:tr>
              <a:tr h="364680">
                <a:tc>
                  <a:txBody>
                    <a:bodyPr/>
                    <a:lstStyle/>
                    <a:p>
                      <a:pPr defTabSz="914400">
                        <a:lnSpc>
                          <a:spcPct val="100000"/>
                        </a:lnSpc>
                      </a:pPr>
                      <a:r>
                        <a:rPr lang="en-US" sz="1800" b="0" u="none" strike="noStrike">
                          <a:solidFill>
                            <a:srgbClr val="000000"/>
                          </a:solidFill>
                          <a:effectLst/>
                          <a:uFillTx/>
                          <a:latin typeface="Arial"/>
                        </a:rPr>
                        <a:t>6</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KPI traget vs Actual anlaysis Report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CRM System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6"/>
                  </a:ext>
                </a:extLst>
              </a:tr>
              <a:tr h="364680">
                <a:tc>
                  <a:txBody>
                    <a:bodyPr/>
                    <a:lstStyle/>
                    <a:p>
                      <a:pPr defTabSz="914400">
                        <a:lnSpc>
                          <a:spcPct val="100000"/>
                        </a:lnSpc>
                      </a:pPr>
                      <a:r>
                        <a:rPr lang="en-US" sz="1800" b="0" u="none" strike="noStrike">
                          <a:solidFill>
                            <a:srgbClr val="000000"/>
                          </a:solidFill>
                          <a:effectLst/>
                          <a:uFillTx/>
                          <a:latin typeface="Arial"/>
                        </a:rPr>
                        <a:t>7</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Develop Custom Reporting on leads , opportunity and MI</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CRM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7"/>
                  </a:ext>
                </a:extLst>
              </a:tr>
              <a:tr h="364680">
                <a:tc>
                  <a:txBody>
                    <a:bodyPr/>
                    <a:lstStyle/>
                    <a:p>
                      <a:pPr defTabSz="914400">
                        <a:lnSpc>
                          <a:spcPct val="100000"/>
                        </a:lnSpc>
                      </a:pPr>
                      <a:r>
                        <a:rPr lang="en-US" sz="1800" b="0" u="none" strike="noStrike">
                          <a:solidFill>
                            <a:srgbClr val="000000"/>
                          </a:solidFill>
                          <a:effectLst/>
                          <a:uFillTx/>
                          <a:latin typeface="Arial"/>
                        </a:rPr>
                        <a:t>8</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Develop CRM dashboard for Marketing Manager</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CRM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8"/>
                  </a:ext>
                </a:extLst>
              </a:tr>
              <a:tr h="364680">
                <a:tc>
                  <a:txBody>
                    <a:bodyPr/>
                    <a:lstStyle/>
                    <a:p>
                      <a:pPr defTabSz="914400">
                        <a:lnSpc>
                          <a:spcPct val="100000"/>
                        </a:lnSpc>
                      </a:pPr>
                      <a:r>
                        <a:rPr lang="en-US" sz="1800" b="0" u="none" strike="noStrike">
                          <a:solidFill>
                            <a:srgbClr val="000000"/>
                          </a:solidFill>
                          <a:effectLst/>
                          <a:uFillTx/>
                          <a:latin typeface="Arial"/>
                        </a:rPr>
                        <a:t>9</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Ensure RBAC access for sales Person Leader Company managers and Marketing Manager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CRM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09"/>
                  </a:ext>
                </a:extLst>
              </a:tr>
              <a:tr h="364680">
                <a:tc>
                  <a:txBody>
                    <a:bodyPr/>
                    <a:lstStyle/>
                    <a:p>
                      <a:pPr defTabSz="914400">
                        <a:lnSpc>
                          <a:spcPct val="100000"/>
                        </a:lnSpc>
                      </a:pPr>
                      <a:r>
                        <a:rPr lang="en-US" sz="1800" b="0" u="none" strike="noStrike">
                          <a:solidFill>
                            <a:srgbClr val="000000"/>
                          </a:solidFill>
                          <a:effectLst/>
                          <a:uFillTx/>
                          <a:latin typeface="Arial"/>
                        </a:rPr>
                        <a:t>10</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Conduct Training for Marketing Dep’t (CRM)</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CRM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0"/>
                  </a:ext>
                </a:extLst>
              </a:tr>
              <a:tr h="364680">
                <a:tc>
                  <a:txBody>
                    <a:bodyPr/>
                    <a:lstStyle/>
                    <a:p>
                      <a:pPr defTabSz="914400">
                        <a:lnSpc>
                          <a:spcPct val="100000"/>
                        </a:lnSpc>
                      </a:pPr>
                      <a:r>
                        <a:rPr lang="en-US" sz="1800" b="0" u="none" strike="noStrike">
                          <a:solidFill>
                            <a:srgbClr val="000000"/>
                          </a:solidFill>
                          <a:effectLst/>
                          <a:uFillTx/>
                          <a:latin typeface="Arial"/>
                        </a:rPr>
                        <a:t>11</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Initiate Purchase Requisition</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Procurement Management System </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1"/>
                  </a:ext>
                </a:extLst>
              </a:tr>
              <a:tr h="364680">
                <a:tc>
                  <a:txBody>
                    <a:bodyPr/>
                    <a:lstStyle/>
                    <a:p>
                      <a:pPr defTabSz="914400">
                        <a:lnSpc>
                          <a:spcPct val="100000"/>
                        </a:lnSpc>
                      </a:pPr>
                      <a:r>
                        <a:rPr lang="en-US" sz="1800" b="0" u="none" strike="noStrike">
                          <a:solidFill>
                            <a:srgbClr val="000000"/>
                          </a:solidFill>
                          <a:effectLst/>
                          <a:uFillTx/>
                          <a:latin typeface="Arial"/>
                        </a:rPr>
                        <a:t>12</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RBAC for Budget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Procurement Management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2"/>
                  </a:ext>
                </a:extLst>
              </a:tr>
              <a:tr h="364680">
                <a:tc>
                  <a:txBody>
                    <a:bodyPr/>
                    <a:lstStyle/>
                    <a:p>
                      <a:pPr defTabSz="914400">
                        <a:lnSpc>
                          <a:spcPct val="100000"/>
                        </a:lnSpc>
                      </a:pPr>
                      <a:r>
                        <a:rPr lang="en-US" sz="1800" b="0" u="none" strike="noStrike">
                          <a:solidFill>
                            <a:srgbClr val="000000"/>
                          </a:solidFill>
                          <a:effectLst/>
                          <a:uFillTx/>
                          <a:latin typeface="Arial"/>
                        </a:rPr>
                        <a:t>13</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Tender Management</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Procurement Management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3"/>
                  </a:ext>
                </a:extLst>
              </a:tr>
              <a:tr h="364680">
                <a:tc>
                  <a:txBody>
                    <a:bodyPr/>
                    <a:lstStyle/>
                    <a:p>
                      <a:pPr defTabSz="914400">
                        <a:lnSpc>
                          <a:spcPct val="100000"/>
                        </a:lnSpc>
                      </a:pPr>
                      <a:r>
                        <a:rPr lang="en-US" sz="1800" b="0" u="none" strike="noStrike">
                          <a:solidFill>
                            <a:srgbClr val="000000"/>
                          </a:solidFill>
                          <a:effectLst/>
                          <a:uFillTx/>
                          <a:latin typeface="Arial"/>
                        </a:rPr>
                        <a:t>14</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Develop Purchase Order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ea typeface="Noto Sans CJK SC"/>
                        </a:rPr>
                        <a:t>Procurement Management System</a:t>
                      </a:r>
                      <a:endParaRPr lang="en-US" sz="1800" b="0" u="none" strike="noStrike">
                        <a:solidFill>
                          <a:srgbClr val="000000"/>
                        </a:solidFill>
                        <a:effectLst/>
                        <a:uFillTx/>
                        <a:latin typeface="Arial"/>
                      </a:endParaRP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4"/>
                  </a:ext>
                </a:extLst>
              </a:tr>
              <a:tr h="0">
                <a:tc>
                  <a:txBody>
                    <a:bodyPr/>
                    <a:lstStyle/>
                    <a:p>
                      <a:pPr defTabSz="914400">
                        <a:lnSpc>
                          <a:spcPct val="100000"/>
                        </a:lnSpc>
                      </a:pPr>
                      <a:r>
                        <a:rPr lang="en-US" sz="1800" b="0" u="none" strike="noStrike">
                          <a:solidFill>
                            <a:srgbClr val="000000"/>
                          </a:solidFill>
                          <a:effectLst/>
                          <a:uFillTx/>
                          <a:latin typeface="Arial"/>
                        </a:rPr>
                        <a:t>15</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Implement temporary solution for Cloud storage issue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Job Portal</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5"/>
                  </a:ext>
                </a:extLst>
              </a:tr>
              <a:tr h="0">
                <a:tc>
                  <a:txBody>
                    <a:bodyPr/>
                    <a:lstStyle/>
                    <a:p>
                      <a:pPr defTabSz="914400">
                        <a:lnSpc>
                          <a:spcPct val="100000"/>
                        </a:lnSpc>
                      </a:pPr>
                      <a:r>
                        <a:rPr lang="en-US" sz="1800" b="0" u="none" strike="noStrike">
                          <a:solidFill>
                            <a:srgbClr val="000000"/>
                          </a:solidFill>
                          <a:effectLst/>
                          <a:uFillTx/>
                          <a:latin typeface="Arial"/>
                        </a:rPr>
                        <a:t>16</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Training for Remaining HR teams </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tc>
                  <a:txBody>
                    <a:bodyPr/>
                    <a:lstStyle/>
                    <a:p>
                      <a:pPr defTabSz="914400">
                        <a:lnSpc>
                          <a:spcPct val="100000"/>
                        </a:lnSpc>
                      </a:pPr>
                      <a:r>
                        <a:rPr lang="en-US" sz="1800" b="0" u="none" strike="noStrike">
                          <a:solidFill>
                            <a:srgbClr val="000000"/>
                          </a:solidFill>
                          <a:effectLst/>
                          <a:uFillTx/>
                          <a:latin typeface="Arial"/>
                        </a:rPr>
                        <a:t>Job Portal</a:t>
                      </a:r>
                    </a:p>
                  </a:txBody>
                  <a:tcPr marL="36000" marR="36000">
                    <a:lnL w="7200">
                      <a:solidFill>
                        <a:srgbClr val="000000"/>
                      </a:solidFill>
                      <a:prstDash val="solid"/>
                    </a:lnL>
                    <a:lnR w="7200">
                      <a:solidFill>
                        <a:srgbClr val="000000"/>
                      </a:solidFill>
                      <a:prstDash val="solid"/>
                    </a:lnR>
                    <a:lnT w="7200">
                      <a:solidFill>
                        <a:srgbClr val="000000"/>
                      </a:solidFill>
                      <a:prstDash val="solid"/>
                    </a:lnT>
                    <a:lnB w="7200">
                      <a:solidFill>
                        <a:srgbClr val="000000"/>
                      </a:solidFill>
                      <a:prstDash val="solid"/>
                    </a:lnB>
                    <a:no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I</a:t>
            </a:r>
            <a:endParaRPr lang="en-US" sz="4400" b="0" u="none" strike="noStrike">
              <a:solidFill>
                <a:schemeClr val="dk1"/>
              </a:solidFill>
              <a:effectLst/>
              <a:uFillTx/>
              <a:latin typeface="Calibri"/>
            </a:endParaRPr>
          </a:p>
        </p:txBody>
      </p:sp>
      <p:sp>
        <p:nvSpPr>
          <p:cNvPr id="166" name="TextBox 8"/>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67" name="Picture 223"/>
          <p:cNvPicPr/>
          <p:nvPr/>
        </p:nvPicPr>
        <p:blipFill>
          <a:blip r:embed="rId2"/>
          <a:stretch/>
        </p:blipFill>
        <p:spPr>
          <a:xfrm>
            <a:off x="457200" y="1371600"/>
            <a:ext cx="7618680" cy="3999240"/>
          </a:xfrm>
          <a:prstGeom prst="rect">
            <a:avLst/>
          </a:prstGeom>
          <a:noFill/>
          <a:ln w="0">
            <a:noFill/>
          </a:ln>
        </p:spPr>
      </p:pic>
      <p:pic>
        <p:nvPicPr>
          <p:cNvPr id="168" name="Picture 224"/>
          <p:cNvPicPr/>
          <p:nvPr/>
        </p:nvPicPr>
        <p:blipFill>
          <a:blip r:embed="rId3"/>
          <a:stretch/>
        </p:blipFill>
        <p:spPr>
          <a:xfrm>
            <a:off x="8915400" y="1200600"/>
            <a:ext cx="9096120" cy="4056120"/>
          </a:xfrm>
          <a:prstGeom prst="rect">
            <a:avLst/>
          </a:prstGeom>
          <a:noFill/>
          <a:ln w="0">
            <a:noFill/>
          </a:ln>
        </p:spPr>
      </p:pic>
      <p:pic>
        <p:nvPicPr>
          <p:cNvPr id="169" name="Picture 225"/>
          <p:cNvPicPr/>
          <p:nvPr/>
        </p:nvPicPr>
        <p:blipFill>
          <a:blip r:embed="rId4"/>
          <a:stretch/>
        </p:blipFill>
        <p:spPr>
          <a:xfrm>
            <a:off x="457200" y="5486400"/>
            <a:ext cx="7542720" cy="3842640"/>
          </a:xfrm>
          <a:prstGeom prst="rect">
            <a:avLst/>
          </a:prstGeom>
          <a:noFill/>
          <a:ln w="0">
            <a:noFill/>
          </a:ln>
        </p:spPr>
      </p:pic>
      <p:pic>
        <p:nvPicPr>
          <p:cNvPr id="170" name="Picture 226"/>
          <p:cNvPicPr/>
          <p:nvPr/>
        </p:nvPicPr>
        <p:blipFill>
          <a:blip r:embed="rId5"/>
          <a:stretch/>
        </p:blipFill>
        <p:spPr>
          <a:xfrm>
            <a:off x="8952120" y="5486400"/>
            <a:ext cx="7963200" cy="3682440"/>
          </a:xfrm>
          <a:prstGeom prst="rect">
            <a:avLst/>
          </a:prstGeom>
          <a:noFill/>
          <a:ln w="0">
            <a:noFill/>
          </a:ln>
        </p:spPr>
      </p:pic>
      <p:sp>
        <p:nvSpPr>
          <p:cNvPr id="171" name="TextBox 170"/>
          <p:cNvSpPr txBox="1"/>
          <p:nvPr/>
        </p:nvSpPr>
        <p:spPr>
          <a:xfrm>
            <a:off x="8620560" y="4984920"/>
            <a:ext cx="110052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6" action="ppaction://hlinksldjump"/>
              </a:rPr>
              <a:t>#Reports</a:t>
            </a:r>
            <a:endParaRPr lang="en-US" sz="240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II</a:t>
            </a:r>
            <a:endParaRPr lang="en-US" sz="4400" b="0" u="none" strike="noStrike">
              <a:solidFill>
                <a:schemeClr val="dk1"/>
              </a:solidFill>
              <a:effectLst/>
              <a:uFillTx/>
              <a:latin typeface="Calibri"/>
            </a:endParaRPr>
          </a:p>
        </p:txBody>
      </p:sp>
      <p:sp>
        <p:nvSpPr>
          <p:cNvPr id="173" name="TextBox 8"/>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74" name="Picture 172"/>
          <p:cNvPicPr/>
          <p:nvPr/>
        </p:nvPicPr>
        <p:blipFill>
          <a:blip r:embed="rId2"/>
          <a:stretch/>
        </p:blipFill>
        <p:spPr>
          <a:xfrm>
            <a:off x="232200" y="1273680"/>
            <a:ext cx="7619040" cy="3532680"/>
          </a:xfrm>
          <a:prstGeom prst="rect">
            <a:avLst/>
          </a:prstGeom>
          <a:noFill/>
          <a:ln w="0">
            <a:noFill/>
          </a:ln>
        </p:spPr>
      </p:pic>
      <p:pic>
        <p:nvPicPr>
          <p:cNvPr id="175" name="Picture 173"/>
          <p:cNvPicPr/>
          <p:nvPr/>
        </p:nvPicPr>
        <p:blipFill>
          <a:blip r:embed="rId3"/>
          <a:stretch/>
        </p:blipFill>
        <p:spPr>
          <a:xfrm>
            <a:off x="8093880" y="1274040"/>
            <a:ext cx="8989200" cy="3939480"/>
          </a:xfrm>
          <a:prstGeom prst="rect">
            <a:avLst/>
          </a:prstGeom>
          <a:noFill/>
          <a:ln w="0">
            <a:noFill/>
          </a:ln>
        </p:spPr>
      </p:pic>
      <p:pic>
        <p:nvPicPr>
          <p:cNvPr id="176" name="Picture 174"/>
          <p:cNvPicPr/>
          <p:nvPr/>
        </p:nvPicPr>
        <p:blipFill>
          <a:blip r:embed="rId4"/>
          <a:stretch/>
        </p:blipFill>
        <p:spPr>
          <a:xfrm>
            <a:off x="12240" y="5287680"/>
            <a:ext cx="17986680" cy="4016880"/>
          </a:xfrm>
          <a:prstGeom prst="rect">
            <a:avLst/>
          </a:prstGeom>
          <a:noFill/>
          <a:ln w="0">
            <a:noFill/>
          </a:ln>
        </p:spPr>
      </p:pic>
      <p:sp>
        <p:nvSpPr>
          <p:cNvPr id="177" name="TextBox 176"/>
          <p:cNvSpPr txBox="1"/>
          <p:nvPr/>
        </p:nvSpPr>
        <p:spPr>
          <a:xfrm>
            <a:off x="8404920" y="4984920"/>
            <a:ext cx="153216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5" action="ppaction://hlinksldjump"/>
              </a:rPr>
              <a:t>#Reports (4)</a:t>
            </a:r>
            <a:endParaRPr lang="en-US" sz="2400" b="0" u="none" strike="noStrike">
              <a:solidFill>
                <a:srgbClr val="000000"/>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III</a:t>
            </a:r>
            <a:endParaRPr lang="en-US" sz="4400" b="0" u="none" strike="noStrike">
              <a:solidFill>
                <a:schemeClr val="dk1"/>
              </a:solidFill>
              <a:effectLst/>
              <a:uFillTx/>
              <a:latin typeface="Calibri"/>
            </a:endParaRPr>
          </a:p>
        </p:txBody>
      </p:sp>
      <p:sp>
        <p:nvSpPr>
          <p:cNvPr id="179" name="TextBox 6"/>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80" name="Picture 3" descr="A screenshot of a product page&#10;&#10;AI-generated content may be incorrect."/>
          <p:cNvPicPr/>
          <p:nvPr/>
        </p:nvPicPr>
        <p:blipFill>
          <a:blip r:embed="rId2"/>
          <a:stretch/>
        </p:blipFill>
        <p:spPr>
          <a:xfrm>
            <a:off x="151200" y="1355400"/>
            <a:ext cx="4525200" cy="4637520"/>
          </a:xfrm>
          <a:prstGeom prst="rect">
            <a:avLst/>
          </a:prstGeom>
          <a:noFill/>
          <a:ln w="0">
            <a:noFill/>
          </a:ln>
        </p:spPr>
      </p:pic>
      <p:pic>
        <p:nvPicPr>
          <p:cNvPr id="181" name="Picture 4" descr="A screenshot of a store voucher&#10;&#10;AI-generated content may be incorrect."/>
          <p:cNvPicPr/>
          <p:nvPr/>
        </p:nvPicPr>
        <p:blipFill>
          <a:blip r:embed="rId3"/>
          <a:stretch/>
        </p:blipFill>
        <p:spPr>
          <a:xfrm>
            <a:off x="4823640" y="1245600"/>
            <a:ext cx="11059200" cy="7993800"/>
          </a:xfrm>
          <a:prstGeom prst="rect">
            <a:avLst/>
          </a:prstGeom>
          <a:noFill/>
          <a:ln w="0">
            <a:noFill/>
          </a:ln>
        </p:spPr>
      </p:pic>
      <p:sp>
        <p:nvSpPr>
          <p:cNvPr id="182" name="TextBox 181"/>
          <p:cNvSpPr txBox="1"/>
          <p:nvPr/>
        </p:nvSpPr>
        <p:spPr>
          <a:xfrm>
            <a:off x="8404920" y="4984920"/>
            <a:ext cx="153216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4" action="ppaction://hlinksldjump"/>
              </a:rPr>
              <a:t>#Reports (5)</a:t>
            </a:r>
            <a:endParaRPr lang="en-US" sz="240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IV</a:t>
            </a:r>
            <a:endParaRPr lang="en-US" sz="4400" b="0" u="none" strike="noStrike">
              <a:solidFill>
                <a:schemeClr val="dk1"/>
              </a:solidFill>
              <a:effectLst/>
              <a:uFillTx/>
              <a:latin typeface="Calibri"/>
            </a:endParaRPr>
          </a:p>
        </p:txBody>
      </p:sp>
      <p:sp>
        <p:nvSpPr>
          <p:cNvPr id="184" name="TextBox 4"/>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85" name="Picture 184"/>
          <p:cNvPicPr/>
          <p:nvPr/>
        </p:nvPicPr>
        <p:blipFill>
          <a:blip r:embed="rId2"/>
          <a:stretch/>
        </p:blipFill>
        <p:spPr>
          <a:xfrm>
            <a:off x="2743200" y="2286000"/>
            <a:ext cx="9372600" cy="5029200"/>
          </a:xfrm>
          <a:prstGeom prst="rect">
            <a:avLst/>
          </a:prstGeom>
          <a:noFill/>
          <a:ln w="0">
            <a:noFill/>
          </a:ln>
        </p:spPr>
      </p:pic>
      <p:sp>
        <p:nvSpPr>
          <p:cNvPr id="186" name="TextBox 185"/>
          <p:cNvSpPr txBox="1"/>
          <p:nvPr/>
        </p:nvSpPr>
        <p:spPr>
          <a:xfrm>
            <a:off x="8404920" y="4984920"/>
            <a:ext cx="153216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3" action="ppaction://hlinksldjump"/>
              </a:rPr>
              <a:t>#Reports (5)</a:t>
            </a:r>
            <a:endParaRPr lang="en-US" sz="240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304920" y="343080"/>
            <a:ext cx="15771960" cy="6955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4400" b="1" u="none" strike="noStrike">
                <a:solidFill>
                  <a:schemeClr val="lt1"/>
                </a:solidFill>
                <a:effectLst/>
                <a:uFillTx/>
                <a:latin typeface="Times New Roman"/>
              </a:rPr>
              <a:t>Appendix V</a:t>
            </a:r>
            <a:endParaRPr lang="en-US" sz="4400" b="0" u="none" strike="noStrike">
              <a:solidFill>
                <a:schemeClr val="dk1"/>
              </a:solidFill>
              <a:effectLst/>
              <a:uFillTx/>
              <a:latin typeface="Calibri"/>
            </a:endParaRPr>
          </a:p>
        </p:txBody>
      </p:sp>
      <p:sp>
        <p:nvSpPr>
          <p:cNvPr id="188" name="TextBox 7"/>
          <p:cNvSpPr/>
          <p:nvPr/>
        </p:nvSpPr>
        <p:spPr>
          <a:xfrm>
            <a:off x="327240" y="1714680"/>
            <a:ext cx="17684280" cy="5991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endParaRPr lang="en-US" sz="1800" b="0" u="none" strike="noStrike">
              <a:solidFill>
                <a:srgbClr val="000000"/>
              </a:solidFill>
              <a:effectLst/>
              <a:uFillTx/>
              <a:latin typeface="Arial"/>
            </a:endParaRPr>
          </a:p>
        </p:txBody>
      </p:sp>
      <p:pic>
        <p:nvPicPr>
          <p:cNvPr id="189" name="Picture 6" descr="A screenshot of a computer&#10;&#10;AI-generated content may be incorrect.">
            <a:hlinkClick r:id="rId2" action="ppaction://hlinksldjump"/>
          </p:cNvPr>
          <p:cNvPicPr/>
          <p:nvPr/>
        </p:nvPicPr>
        <p:blipFill>
          <a:blip r:embed="rId3"/>
          <a:stretch/>
        </p:blipFill>
        <p:spPr>
          <a:xfrm>
            <a:off x="360" y="1097640"/>
            <a:ext cx="18286920" cy="8953200"/>
          </a:xfrm>
          <a:prstGeom prst="rect">
            <a:avLst/>
          </a:prstGeom>
          <a:noFill/>
          <a:ln w="0">
            <a:noFill/>
          </a:ln>
        </p:spPr>
      </p:pic>
      <p:sp>
        <p:nvSpPr>
          <p:cNvPr id="190" name="TextBox 189"/>
          <p:cNvSpPr txBox="1"/>
          <p:nvPr/>
        </p:nvSpPr>
        <p:spPr>
          <a:xfrm>
            <a:off x="8404920" y="4984920"/>
            <a:ext cx="1532160" cy="456120"/>
          </a:xfrm>
          <a:prstGeom prst="rect">
            <a:avLst/>
          </a:prstGeom>
          <a:noFill/>
          <a:ln w="0">
            <a:noFill/>
          </a:ln>
        </p:spPr>
        <p:txBody>
          <a:bodyPr lIns="90000" tIns="45000" rIns="90000" bIns="45000" anchor="t">
            <a:spAutoFit/>
          </a:bodyPr>
          <a:lstStyle/>
          <a:p>
            <a:r>
              <a:rPr lang="en-US" sz="2400" b="0" u="none" strike="noStrike">
                <a:solidFill>
                  <a:srgbClr val="000000"/>
                </a:solidFill>
                <a:effectLst/>
                <a:uFillTx/>
                <a:latin typeface="Times New Roman"/>
                <a:hlinkClick r:id="rId2" action="ppaction://hlinksldjump"/>
              </a:rPr>
              <a:t>#Reports (3)</a:t>
            </a:r>
            <a:endParaRPr lang="en-US" sz="240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1066680" y="1711080"/>
            <a:ext cx="8723520" cy="3413160"/>
          </a:xfrm>
          <a:prstGeom prst="rect">
            <a:avLst/>
          </a:prstGeom>
          <a:noFill/>
          <a:ln w="0">
            <a:noFill/>
          </a:ln>
        </p:spPr>
        <p:txBody>
          <a:bodyPr lIns="90000" tIns="45000" rIns="90000" bIns="45000" anchor="t">
            <a:noAutofit/>
          </a:bodyPr>
          <a:lstStyle/>
          <a:p>
            <a:pPr indent="0" algn="ctr" defTabSz="914400">
              <a:lnSpc>
                <a:spcPct val="100000"/>
              </a:lnSpc>
              <a:buNone/>
              <a:tabLst>
                <a:tab pos="0" algn="l"/>
              </a:tabLst>
            </a:pPr>
            <a:r>
              <a:rPr lang="en-US" sz="16600" b="1" u="none" strike="noStrike">
                <a:solidFill>
                  <a:srgbClr val="233674"/>
                </a:solidFill>
                <a:effectLst/>
                <a:uFillTx/>
                <a:latin typeface="Arial Black"/>
              </a:rPr>
              <a:t>THANK </a:t>
            </a:r>
            <a:r>
              <a:rPr lang="en-US" sz="19900" b="1" u="none" strike="noStrike">
                <a:solidFill>
                  <a:srgbClr val="952021"/>
                </a:solidFill>
                <a:effectLst/>
                <a:uFillTx/>
                <a:latin typeface="Poppins Bold"/>
              </a:rPr>
              <a:t>YOU!</a:t>
            </a:r>
            <a:endParaRPr lang="en-US" sz="19900" b="0" u="none" strike="noStrike">
              <a:solidFill>
                <a:schemeClr val="dk1"/>
              </a:solidFill>
              <a:effectLst/>
              <a:uFillTx/>
              <a:latin typeface="Calibri"/>
            </a:endParaRPr>
          </a:p>
        </p:txBody>
      </p:sp>
      <p:sp>
        <p:nvSpPr>
          <p:cNvPr id="192" name="Subtitle 2"/>
          <p:cNvSpPr/>
          <p:nvPr/>
        </p:nvSpPr>
        <p:spPr>
          <a:xfrm>
            <a:off x="1562040" y="8024400"/>
            <a:ext cx="8761680" cy="550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ts val="2999"/>
              </a:lnSpc>
              <a:spcBef>
                <a:spcPts val="641"/>
              </a:spcBef>
              <a:tabLst>
                <a:tab pos="0" algn="l"/>
              </a:tabLst>
            </a:pPr>
            <a:r>
              <a:rPr lang="en-US" sz="3200" b="1" u="none" strike="noStrike">
                <a:solidFill>
                  <a:srgbClr val="5B6061"/>
                </a:solidFill>
                <a:effectLst/>
                <a:uFillTx/>
                <a:latin typeface="Poppins Bold"/>
                <a:ea typeface="Poppins Bold"/>
              </a:rPr>
              <a:t>Oct 15 , 2025</a:t>
            </a:r>
            <a:endParaRPr lang="en-US" sz="3200" b="0" u="none" strike="noStrike">
              <a:solidFill>
                <a:srgbClr val="000000"/>
              </a:solidFill>
              <a:effectLst/>
              <a:uFillTx/>
              <a:latin typeface="Arial"/>
            </a:endParaRPr>
          </a:p>
          <a:p>
            <a:pPr defTabSz="914400">
              <a:lnSpc>
                <a:spcPct val="100000"/>
              </a:lnSpc>
              <a:spcBef>
                <a:spcPts val="641"/>
              </a:spcBef>
              <a:tabLst>
                <a:tab pos="0" algn="l"/>
              </a:tabLst>
            </a:pPr>
            <a:endParaRPr lang="en-US" sz="3200" b="0" u="none" strike="noStrike">
              <a:solidFill>
                <a:srgbClr val="000000"/>
              </a:solidFill>
              <a:effectLst/>
              <a:uFillTx/>
              <a:latin typeface="Arial"/>
            </a:endParaRPr>
          </a:p>
          <a:p>
            <a:pPr defTabSz="914400">
              <a:lnSpc>
                <a:spcPct val="100000"/>
              </a:lnSpc>
              <a:spcBef>
                <a:spcPts val="641"/>
              </a:spcBef>
              <a:tabLst>
                <a:tab pos="0" algn="l"/>
              </a:tabLst>
            </a:pPr>
            <a:endParaRPr lang="en-US" sz="32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Monthly Report (October 15 – November 5, 2025)</a:t>
            </a:r>
          </a:p>
        </p:txBody>
      </p:sp>
      <p:sp>
        <p:nvSpPr>
          <p:cNvPr id="3" name="Text Placeholder 2"/>
          <p:cNvSpPr>
            <a:spLocks noGrp="1"/>
          </p:cNvSpPr>
          <p:nvPr>
            <p:ph type="body"/>
          </p:nvPr>
        </p:nvSpPr>
        <p:spPr/>
        <p:txBody>
          <a:bodyPr/>
          <a:lstStyle/>
          <a:p/>
        </p:txBody>
      </p:sp>
      <p:sp>
        <p:nvSpPr>
          <p:cNvPr id="4" name="Text Placeholder 3"/>
          <p:cNvSpPr>
            <a:spLocks noGrp="1"/>
          </p:cNvSpPr>
          <p:nvPr>
            <p:ph type="body"/>
          </p:nvPr>
        </p:nvSpPr>
        <p:spPr/>
        <p:txBody>
          <a:bodyPr/>
          <a:lstStyle/>
          <a:p/>
        </p:txBody>
      </p:sp>
      <p:sp>
        <p:nvSpPr>
          <p:cNvPr id="5" name="Text Placeholder 4"/>
          <p:cNvSpPr>
            <a:spLocks noGrp="1"/>
          </p:cNvSpPr>
          <p:nvPr>
            <p:ph type="body"/>
          </p:nvPr>
        </p:nvSpPr>
        <p:spPr/>
        <p:txBody>
          <a:bodyPr/>
          <a:lstStyle/>
          <a:p/>
        </p:txBody>
      </p:sp>
      <p:sp>
        <p:nvSpPr>
          <p:cNvPr id="6" name="Text Placeholder 5"/>
          <p:cNvSpPr>
            <a:spLocks noGrp="1"/>
          </p:cNvSpPr>
          <p:nvPr>
            <p:ph type="body"/>
          </p:nvPr>
        </p:nvSpPr>
        <p:spPr/>
        <p:txBody>
          <a:bodyPr/>
          <a:lstStyle/>
          <a:p/>
        </p:txBody>
      </p:sp>
      <p:sp>
        <p:nvSpPr>
          <p:cNvPr id="7" name="TextBox 6"/>
          <p:cNvSpPr txBox="1"/>
          <p:nvPr/>
        </p:nvSpPr>
        <p:spPr>
          <a:xfrm>
            <a:off x="914400" y="1828800"/>
            <a:ext cx="7315200" cy="914400"/>
          </a:xfrm>
          <a:prstGeom prst="rect">
            <a:avLst/>
          </a:prstGeom>
          <a:noFill/>
        </p:spPr>
        <p:txBody>
          <a:bodyPr wrap="none">
            <a:spAutoFit/>
          </a:bodyPr>
          <a:lstStyle/>
          <a:p/>
          <a:p>
            <a:pPr algn="ctr">
              <a:defRPr sz="1800"/>
            </a:pPr>
            <a:r>
              <a:t>ICT: System Development Division</a:t>
            </a:r>
            <a:br/>
            <a:r>
              <a:t>AMG HOLDINGS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Text Placeholder 2"/>
          <p:cNvSpPr>
            <a:spLocks noGrp="1"/>
          </p:cNvSpPr>
          <p:nvPr>
            <p:ph type="body"/>
          </p:nvPr>
        </p:nvSpPr>
        <p:spPr/>
        <p:txBody>
          <a:bodyPr/>
          <a:lstStyle/>
          <a:p/>
        </p:txBody>
      </p:sp>
      <p:sp>
        <p:nvSpPr>
          <p:cNvPr id="4" name="Text Placeholder 3"/>
          <p:cNvSpPr>
            <a:spLocks noGrp="1"/>
          </p:cNvSpPr>
          <p:nvPr>
            <p:ph type="body"/>
          </p:nvPr>
        </p:nvSpPr>
        <p:spPr/>
        <p:txBody>
          <a:bodyPr/>
          <a:lstStyle/>
          <a:p/>
        </p:txBody>
      </p:sp>
      <p:sp>
        <p:nvSpPr>
          <p:cNvPr id="5" name="Text Placeholder 4"/>
          <p:cNvSpPr>
            <a:spLocks noGrp="1"/>
          </p:cNvSpPr>
          <p:nvPr>
            <p:ph type="body"/>
          </p:nvPr>
        </p:nvSpPr>
        <p:spPr/>
        <p:txBody>
          <a:bodyPr/>
          <a:lstStyle/>
          <a:p/>
        </p:txBody>
      </p:sp>
      <p:sp>
        <p:nvSpPr>
          <p:cNvPr id="6" name="Text Placeholder 5"/>
          <p:cNvSpPr>
            <a:spLocks noGrp="1"/>
          </p:cNvSpPr>
          <p:nvPr>
            <p:ph type="body"/>
          </p:nvPr>
        </p:nvSpPr>
        <p:spPr/>
        <p:txBody>
          <a:bodyPr/>
          <a:lstStyle/>
          <a:p/>
        </p:txBody>
      </p:sp>
      <p:sp>
        <p:nvSpPr>
          <p:cNvPr id="7" name="TextBox 6"/>
          <p:cNvSpPr txBox="1"/>
          <p:nvPr/>
        </p:nvSpPr>
        <p:spPr>
          <a:xfrm>
            <a:off x="914400" y="1645920"/>
            <a:ext cx="7772400" cy="4572000"/>
          </a:xfrm>
          <a:prstGeom prst="rect">
            <a:avLst/>
          </a:prstGeom>
          <a:noFill/>
        </p:spPr>
        <p:txBody>
          <a:bodyPr wrap="square">
            <a:spAutoFit/>
          </a:bodyPr>
          <a:lstStyle/>
          <a:p/>
          <a:p>
            <a:pPr algn="l">
              <a:defRPr sz="1600"/>
            </a:pPr>
            <a:r>
              <a:t>During this reporting period, the Software Development Team finalized the CRM System and achieved significant milestones in stabilizing AMG’s IT infrastructure. The CRM module was refined, tested, and integrated with the KPI Framework, completing the planned business automation cycle for the marketing and sales divisions.</a:t>
            </a:r>
            <a:br/>
            <a:br/>
            <a:r>
              <a:t>Additionally, the team successfully resolved a major Active Directory (AD) user lockout incident, restoring access for all domain users and implementing stronger monitoring policies.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CRM System Overview</a:t>
            </a:r>
          </a:p>
        </p:txBody>
      </p:sp>
      <p:sp>
        <p:nvSpPr>
          <p:cNvPr id="3" name="Text Placeholder 2"/>
          <p:cNvSpPr>
            <a:spLocks noGrp="1"/>
          </p:cNvSpPr>
          <p:nvPr>
            <p:ph type="body"/>
          </p:nvPr>
        </p:nvSpPr>
        <p:spPr/>
        <p:txBody>
          <a:bodyPr/>
          <a:lstStyle/>
          <a:p/>
        </p:txBody>
      </p:sp>
      <p:sp>
        <p:nvSpPr>
          <p:cNvPr id="4" name="Text Placeholder 3"/>
          <p:cNvSpPr>
            <a:spLocks noGrp="1"/>
          </p:cNvSpPr>
          <p:nvPr>
            <p:ph type="body"/>
          </p:nvPr>
        </p:nvSpPr>
        <p:spPr/>
        <p:txBody>
          <a:bodyPr/>
          <a:lstStyle/>
          <a:p/>
        </p:txBody>
      </p:sp>
      <p:sp>
        <p:nvSpPr>
          <p:cNvPr id="5" name="Text Placeholder 4"/>
          <p:cNvSpPr>
            <a:spLocks noGrp="1"/>
          </p:cNvSpPr>
          <p:nvPr>
            <p:ph type="body"/>
          </p:nvPr>
        </p:nvSpPr>
        <p:spPr/>
        <p:txBody>
          <a:bodyPr/>
          <a:lstStyle/>
          <a:p/>
        </p:txBody>
      </p:sp>
      <p:sp>
        <p:nvSpPr>
          <p:cNvPr id="6" name="Text Placeholder 5"/>
          <p:cNvSpPr>
            <a:spLocks noGrp="1"/>
          </p:cNvSpPr>
          <p:nvPr>
            <p:ph type="body"/>
          </p:nvPr>
        </p:nvSpPr>
        <p:spPr/>
        <p:txBody>
          <a:bodyPr/>
          <a:lstStyle/>
          <a:p/>
        </p:txBody>
      </p:sp>
      <p:sp>
        <p:nvSpPr>
          <p:cNvPr id="7" name="TextBox 6"/>
          <p:cNvSpPr txBox="1"/>
          <p:nvPr/>
        </p:nvSpPr>
        <p:spPr>
          <a:xfrm>
            <a:off x="914400" y="1645920"/>
            <a:ext cx="7772400" cy="4572000"/>
          </a:xfrm>
          <a:prstGeom prst="rect">
            <a:avLst/>
          </a:prstGeom>
          <a:noFill/>
        </p:spPr>
        <p:txBody>
          <a:bodyPr wrap="square">
            <a:spAutoFit/>
          </a:bodyPr>
          <a:lstStyle/>
          <a:p/>
          <a:p>
            <a:pPr algn="l">
              <a:defRPr sz="1600"/>
            </a:pPr>
            <a:r>
              <a:t>The CRM System is designed to streamline sales operations, enhance customer relationship management, and provide actionable insights for decision-making. Its goal is to improve efficiency, visibility, and collaboration across the sales and marketing departments while supporting data-driven decisions.</a:t>
            </a:r>
            <a:br/>
            <a:br/>
            <a:r>
              <a:t>Key Modules:</a:t>
            </a:r>
            <a:br/>
            <a:r>
              <a:t>- KPI Module: Tracks and measures key performance indicators for sales teams, providing real-time insights.</a:t>
            </a:r>
            <a:br/>
            <a:r>
              <a:t>- Telemarketing Module: Streamlines inbound and outbound call management, lead registration, and data quality confirmation.</a:t>
            </a:r>
            <a:br/>
            <a:r>
              <a:t>- Market Intelligence Module: Collects and analyzes market data for decision support.</a:t>
            </a:r>
            <a:br/>
            <a:r>
              <a:t>- Price Log: Tracks historical pricing and competitor comparisons for transparency.</a:t>
            </a:r>
            <a:br/>
            <a:r>
              <a:t>- Encounter Visit Module: Records field visits, meetings, and customer interactions.</a:t>
            </a:r>
            <a:br/>
            <a:br/>
            <a:r>
              <a:t>This integrated design enhances traceability, accountability, and analytics across business processes.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Recent Accomplishments</a:t>
            </a:r>
          </a:p>
        </p:txBody>
      </p:sp>
      <p:sp>
        <p:nvSpPr>
          <p:cNvPr id="3" name="Text Placeholder 2"/>
          <p:cNvSpPr>
            <a:spLocks noGrp="1"/>
          </p:cNvSpPr>
          <p:nvPr>
            <p:ph type="body"/>
          </p:nvPr>
        </p:nvSpPr>
        <p:spPr/>
        <p:txBody>
          <a:bodyPr/>
          <a:lstStyle/>
          <a:p/>
        </p:txBody>
      </p:sp>
      <p:sp>
        <p:nvSpPr>
          <p:cNvPr id="4" name="Text Placeholder 3"/>
          <p:cNvSpPr>
            <a:spLocks noGrp="1"/>
          </p:cNvSpPr>
          <p:nvPr>
            <p:ph type="body"/>
          </p:nvPr>
        </p:nvSpPr>
        <p:spPr/>
        <p:txBody>
          <a:bodyPr/>
          <a:lstStyle/>
          <a:p/>
        </p:txBody>
      </p:sp>
      <p:sp>
        <p:nvSpPr>
          <p:cNvPr id="5" name="Text Placeholder 4"/>
          <p:cNvSpPr>
            <a:spLocks noGrp="1"/>
          </p:cNvSpPr>
          <p:nvPr>
            <p:ph type="body"/>
          </p:nvPr>
        </p:nvSpPr>
        <p:spPr/>
        <p:txBody>
          <a:bodyPr/>
          <a:lstStyle/>
          <a:p/>
        </p:txBody>
      </p:sp>
      <p:sp>
        <p:nvSpPr>
          <p:cNvPr id="6" name="Text Placeholder 5"/>
          <p:cNvSpPr>
            <a:spLocks noGrp="1"/>
          </p:cNvSpPr>
          <p:nvPr>
            <p:ph type="body"/>
          </p:nvPr>
        </p:nvSpPr>
        <p:spPr/>
        <p:txBody>
          <a:bodyPr/>
          <a:lstStyle/>
          <a:p/>
        </p:txBody>
      </p:sp>
      <p:sp>
        <p:nvSpPr>
          <p:cNvPr id="7" name="TextBox 6"/>
          <p:cNvSpPr txBox="1"/>
          <p:nvPr/>
        </p:nvSpPr>
        <p:spPr>
          <a:xfrm>
            <a:off x="914400" y="1645920"/>
            <a:ext cx="7772400" cy="4572000"/>
          </a:xfrm>
          <a:prstGeom prst="rect">
            <a:avLst/>
          </a:prstGeom>
          <a:noFill/>
        </p:spPr>
        <p:txBody>
          <a:bodyPr wrap="square">
            <a:spAutoFit/>
          </a:bodyPr>
          <a:lstStyle/>
          <a:p/>
          <a:p>
            <a:pPr algn="l">
              <a:defRPr sz="1600"/>
            </a:pPr>
            <a:r>
              <a:t>- Integrated all custom CRM modules into a unified 'Marketing System'.</a:t>
            </a:r>
            <a:br/>
            <a:r>
              <a:t>- Embedded data quality and telemarketing confirmation processes within the core CRM workflow.</a:t>
            </a:r>
            <a:br/>
            <a:r>
              <a:t>- Completed the KPI framework for target vs. actual performance measurement.</a:t>
            </a:r>
            <a:br/>
            <a:r>
              <a:t>- Restored domain user access following a system-wide AD lockout issue.</a:t>
            </a:r>
            <a:br/>
            <a:r>
              <a:t>- Prepared the CRM and KPI systems for ICT department presentation.</a:t>
            </a:r>
            <a:br/>
            <a:r>
              <a:t>- Conducted testing and reviewed department feedback for refinements.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 and Upcoming Focus</a:t>
            </a:r>
          </a:p>
        </p:txBody>
      </p:sp>
      <p:sp>
        <p:nvSpPr>
          <p:cNvPr id="3" name="Text Placeholder 2"/>
          <p:cNvSpPr>
            <a:spLocks noGrp="1"/>
          </p:cNvSpPr>
          <p:nvPr>
            <p:ph type="body"/>
          </p:nvPr>
        </p:nvSpPr>
        <p:spPr/>
        <p:txBody>
          <a:bodyPr/>
          <a:lstStyle/>
          <a:p/>
        </p:txBody>
      </p:sp>
      <p:sp>
        <p:nvSpPr>
          <p:cNvPr id="4" name="Text Placeholder 3"/>
          <p:cNvSpPr>
            <a:spLocks noGrp="1"/>
          </p:cNvSpPr>
          <p:nvPr>
            <p:ph type="body"/>
          </p:nvPr>
        </p:nvSpPr>
        <p:spPr/>
        <p:txBody>
          <a:bodyPr/>
          <a:lstStyle/>
          <a:p/>
        </p:txBody>
      </p:sp>
      <p:sp>
        <p:nvSpPr>
          <p:cNvPr id="5" name="Text Placeholder 4"/>
          <p:cNvSpPr>
            <a:spLocks noGrp="1"/>
          </p:cNvSpPr>
          <p:nvPr>
            <p:ph type="body"/>
          </p:nvPr>
        </p:nvSpPr>
        <p:spPr/>
        <p:txBody>
          <a:bodyPr/>
          <a:lstStyle/>
          <a:p/>
        </p:txBody>
      </p:sp>
      <p:sp>
        <p:nvSpPr>
          <p:cNvPr id="6" name="Text Placeholder 5"/>
          <p:cNvSpPr>
            <a:spLocks noGrp="1"/>
          </p:cNvSpPr>
          <p:nvPr>
            <p:ph type="body"/>
          </p:nvPr>
        </p:nvSpPr>
        <p:spPr/>
        <p:txBody>
          <a:bodyPr/>
          <a:lstStyle/>
          <a:p/>
        </p:txBody>
      </p:sp>
      <p:sp>
        <p:nvSpPr>
          <p:cNvPr id="7" name="TextBox 6"/>
          <p:cNvSpPr txBox="1"/>
          <p:nvPr/>
        </p:nvSpPr>
        <p:spPr>
          <a:xfrm>
            <a:off x="914400" y="1645920"/>
            <a:ext cx="7772400" cy="4572000"/>
          </a:xfrm>
          <a:prstGeom prst="rect">
            <a:avLst/>
          </a:prstGeom>
          <a:noFill/>
        </p:spPr>
        <p:txBody>
          <a:bodyPr wrap="square">
            <a:spAutoFit/>
          </a:bodyPr>
          <a:lstStyle/>
          <a:p/>
          <a:p>
            <a:pPr algn="l">
              <a:defRPr sz="1600"/>
            </a:pPr>
            <a:r>
              <a:t>- Ensure Role-Based Access Control (RBAC) is fully implemented and consistent across modules.</a:t>
            </a:r>
            <a:br/>
            <a:r>
              <a:t>- Develop KPI target vs. actual analysis reporting for performance tracking.</a:t>
            </a:r>
            <a:br/>
            <a:r>
              <a:t>- Create custom reports on leads, KPIs, and other key sales metrics.</a:t>
            </a:r>
            <a:br/>
            <a:r>
              <a:t>- Design and implement a JS-based CRM dashboard for the Marketing Manager, featuring AMG vs. Competitor price comparison charts.</a:t>
            </a:r>
            <a:br/>
            <a:r>
              <a:t>- Continue refining module documentation and preparing for deployment.</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TotalTime>
  <Words>1757</Words>
  <Application>Microsoft Office PowerPoint</Application>
  <PresentationFormat>Custom</PresentationFormat>
  <Paragraphs>346</Paragraphs>
  <Slides>17</Slides>
  <Notes>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AMG HOLDINGS</vt:lpstr>
      <vt:lpstr>Executive Summary</vt:lpstr>
      <vt:lpstr> Projects Progress</vt:lpstr>
      <vt:lpstr>Reports</vt:lpstr>
      <vt:lpstr>Reports</vt:lpstr>
      <vt:lpstr>Reports</vt:lpstr>
      <vt:lpstr>Reports</vt:lpstr>
      <vt:lpstr>Reports</vt:lpstr>
      <vt:lpstr>General Activities </vt:lpstr>
      <vt:lpstr>4. Challenges and Proposed solutions</vt:lpstr>
      <vt:lpstr> Next Month Detailed Plan</vt:lpstr>
      <vt:lpstr>Appendix I</vt:lpstr>
      <vt:lpstr>Appendix II</vt:lpstr>
      <vt:lpstr>Appendix III</vt:lpstr>
      <vt:lpstr>Appendix IV</vt:lpstr>
      <vt:lpstr>Appendix V</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and Red Modern Investor Pitch Deck Presentation</dc:title>
  <dc:subject/>
  <dc:creator>user</dc:creator>
  <dc:description/>
  <cp:lastModifiedBy/>
  <cp:revision>63</cp:revision>
  <dcterms:created xsi:type="dcterms:W3CDTF">2006-08-15T18:00:00Z</dcterms:created>
  <dcterms:modified xsi:type="dcterms:W3CDTF">2025-10-18T07:54:57Z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a7c8e9c33dd04ae7a007267378854c1a</vt:lpwstr>
  </property>
  <property fmtid="{D5CDD505-2E9C-101B-9397-08002B2CF9AE}" pid="3" name="Notes">
    <vt:i4>8</vt:i4>
  </property>
  <property fmtid="{D5CDD505-2E9C-101B-9397-08002B2CF9AE}" pid="4" name="PresentationFormat">
    <vt:lpwstr>Custom</vt:lpwstr>
  </property>
  <property fmtid="{D5CDD505-2E9C-101B-9397-08002B2CF9AE}" pid="5" name="Slides">
    <vt:i4>18</vt:i4>
  </property>
</Properties>
</file>